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55 · ӨДӨР 55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5A1A1A"/>
          </a:solidFill>
          <a:ln w="12700">
            <a:solidFill>
              <a:srgbClr val="5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Events  ·  Түүх &amp; Үйл явдлууд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Past Passive — was built / was invented / was discovered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5A1A1A"/>
          </a:solidFill>
          <a:ln w="12700">
            <a:solidFill>
              <a:srgbClr val="5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1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built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bɪlt/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баригдсан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Great Wall was built in China.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invented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ɪnˈvɛntɪd/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зохион бүтээгдсэн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telephone was invented in 1876.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discovered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dɪˈskʌvərd/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нээгдсэн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America was discovered in 1492.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founded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ˈfaʊndɪd/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байгуулагдсан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Ulaanbaatar was founded in 1639.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written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ˈrɪtən/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бичигдсэн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book was written in 1990.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painted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ˈpeɪntɪd/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зурагдсан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Mona Lisa was painted by da Vinci.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destroyed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dɪˈstrɔɪd/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сүйтгэгдсэн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city was destroyed in the war.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born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bɔːrn/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төрсөн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Genghis Khan was born in 1162.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defeated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dɪˈfiːtɪd/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ялагдсан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enemy was defeated in battle.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established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ɪˈstæblɪʃt/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байгуулагдсан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school was established in 1921.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named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neɪmd/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нэрлэгдсэн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city was named after a leader.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used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juːzd/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хэрэглэгдсэн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 was used in all churches.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century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/ˈsɛntʃəri/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зуун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13th century, Mongolia was huge.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/ˈɛmpaɪər/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эзэнт гүрэн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Mongol Empire was the largest.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civilization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/ˌsɪvɪlaɪˈzeɪʃən/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соёл иргэншил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Ancient civilizations were discovered.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ancient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/ˈeɪnʃənt/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эртний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Ancient buildings were found here.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monument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/ˈmɒnjʊmənt/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дурсгалт хийц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monument was built in 1956.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dynasty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/ˈdaɪnəsti/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угсаатны захирагч / вант улс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Yuan Dynasty was founded by Kublai.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conquer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/ˈkɒŋkər/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байлдан дагуулах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lands were conquered by the Mongols.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/prɪˈzɜːrv/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хамгаалах / хадгалах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Ancient texts are preserved in museums.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Civilization /ˌsɪvɪlaɪˈzeɪʃən/ — 5 syllables · Monument /ˈmɒnjʊmənt/ — 3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Civilization — 5 үе: siv-ih-lih-ZAY-shun. Dynasty — 3 үе: DY-nuh-stee. Empire — 2 үе: EM-pyr.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Past Passive — was built / was invented / was discovered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 PASSIVE is formed with WAS/WERE + PAST PARTICIPLE. Use it to describe historical events and facts where the focus is on WHAT happened, not on WHO did it. WAS = singular subjects: 'The telephone WAS INVENTED by Bell.' WERE = plural subjects: 'Many cities WERE BUILT along the Silk Road.' Same rules as present passive: use 'by + agent' when the doer is important. Leave out 'by' when the doer is unknown or unimportant.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ӨНГӨРСӨН ЦАГИЙН ИДЭВХГҮЙ ХЭЛБЭР: WAS/WERE + PAST PARTICIPLE. Түүхэн үйл явдал, баримтуудыг тайлбарлахад хэрэглэдэг — ХЭН хийснийг биш, ЮУ болсон гэдгийг онцолдог. WAS = нэгдмэл: 'The telephone WAS INVENTED.' WERE = олон тоо: 'Cities WERE BUILT.' 'by + agent' — хийгч чухал үед хэрэглэнэ. Тодорхойгүй үед 'by'-г орхиж болно.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singular past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 built in 1900.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 not built then.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was it built?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баригдсан (нэгдмэл)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were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plural past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Cities were built then.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Cities were not built then.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were they built?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баригдсан (олон тоо)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+ p.p. + by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agent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 invented by Bell.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 not invented by Edison.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was it invented by?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-аар зохиогдсон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active→passive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 invented the phone.→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phone was invented by Bell.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invented it?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идэвхтэй→идэвхгүй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born (special)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born in 2008.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were you born?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төрсөн (тусгай хэрэглээ)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+ past participle (singular) · were + past participle (plural)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was not = wasn't · were not = weren't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was invented → It was invented by Bell.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+ past participle — нэгдмэл нэр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+ past participle — олон тоон нэр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wasn't invented · weren't built — үгүйсгэл хэлбэр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Wall WASN'T BUILT in one year. Many cities WEREN'T DESTROYED. The phone WASN'T INVENTED in Mongolia.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was the telephone INVENTED?  WHERE was Genghis Khan BORN?  BY WHOM was this book WRITTEN?  HOW MANY cities WERE BUILT?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was + p.p. = singular past passive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were + p.p. = plural past passive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'was born' = special fixed phrase for birth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'by' only when the doer is important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 shifts to WHAT happened, not WHO did it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 phone was invent in 1876.  ✅ The phone was INVENTED in 1876. (past participle!)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Many cities was built.  ✅ Many cities WERE built. (plural → were)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It was invented from Bell.  ✅ It was invented BY Bell. (use 'by' not 'from'!)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Where was Genghis Khan borned?  ✅ Where was Genghis Khan BORN? (irregular — born, not borned!)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The telephone _____ in 1876. (invent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Many cities _____ along the Silk Road. (build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Ulaanbaatar _____ in 1639. (found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The Mongol Empire _____ by Genghis Khan. (found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 Mona Lisa _____ by da Vinci. (paint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When _____ the internet invented? (was)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Genghis Khan _____ in 1162. (be born)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Many ancient texts _____ in the 13th century. (write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1-was invented · 2-was founded · 3-was painted · 4-was born · 5-were built · 6-was founded · 7-was · 8-were written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55 · ӨДӨР 55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5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Mongol Empire — the most fascinating empire in history.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founded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Genghis Khan, who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born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1162. The empire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built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through brilliant military strategy. Many different peoples and cultures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connected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the famous Silk Road, which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used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trade goods and ideas. The capital of the empire, Karakorum,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established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1220. Kublai Khan later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crowned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 the first Yuan Dynasty emperor, and the dynasty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founded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China. Today, Genghis Khan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considered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one of the most influential leaders in human history.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telephone was invented in 1876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Утас 1876 онд зохион бүтээгдсэн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+ invented (past participle)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Ulaanbaatar was founded in 1639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Улаанбаатар 1639 онд байгуулагдсан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+ founded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cities were built along the Silk Road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Торгоны замд олон хот баригдсан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were + built (plural)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Genghis Khan was born in 1162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Чингис хаан 1162 онд төрсөн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born = special phrase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book was written by Tolkien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номыг Толкин бичсэн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+ written + by + agent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was the internet invented?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Интернэт хэзээ зохион бүтээгдсэн бэ?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+ was + p.p.?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Where were you born? And when?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When was your school founded?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What is Mongolia most famous for in history?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When do you think the internet was invented?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Name something important that was invented in the 20th century.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would the world be like if the Mongol Empire had never been founded?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When was Ulaanbaatar founded?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 was founded in 1639, originally as a movable monastery.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Was it always in the same location?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No! It was moved over 25 times before its current location.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When was the telephone invented?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 was invented by Alexander Graham Bell in 1876.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Was the internet invented recently?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Not really! It was developed in the 1960s by the US military.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Was English always so important?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No! It was spread globally during the British Empire period.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Interesting! Was Genghis Khan born in Ulaanbaatar?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No! He was born near the Onon River, far from the capital.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Use passive voice to sound more professional! 'Phones are made in Korea.' 'English is spoken worldwide.' Practice these structures!  ·  Идэвхгүй хэлбэр хэрэглэж мэргэжлийн сонсогдуул!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55 · ӨДӨР 55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use past passive for history. Bat, when was Ulaanbaatar founded?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Ulaanbaatar was founded in 1639. It was originally called Örgöö.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Was it built in its current location?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No! It was moved many times. It was finally established in its current location in the 20th century.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Sarnai, when was the Mongol Empire founded?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Mongol Empire was founded by Genghis Khan in 1206. He was born near the Onon River.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Silk Road used for?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used for trading goods like silk, spices, and gold. But ideas and languages were also spread along it. English wasn't used then — but Mongolian was very important!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was Ulaanbaatar founded?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1206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1639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1921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Ulaanbaatar originally called?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Karakorum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Örgöö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Khan Uul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it built in its current location from the start?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no, it was moved many times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mentioned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was the Mongol Empire founded?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1162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1220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1206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founded the Mongol Empire?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Kublai Khan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Genghis Khan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Ögedei Khan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was Genghis Khan born?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Ulaanbaatar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Karakorum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near the Onon River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the Silk Road used for?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military travel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trading goods and spreading ideas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silk trade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English important on the Silk Road?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yes, very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somewhat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no, Mongolian was more important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'Was moved' — this is an example of...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present 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active past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past 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'Many cities were built' — 'were' is used because...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it's in the past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it refers to a singular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'cities' is plural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past passive — was/were + past participle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The telephone _____ in 1876. (invent)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Ulaanbaatar _____ in 1639. (found)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 Mona Lisa _____ by da Vinci. (paint)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Genghis Khan _____ in 1162. (be born)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Many cities _____ along the Silk Road. (build)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The Silk Road _____ for trade. (use)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was invented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байгуулагдсан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was founded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зурагдсан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was painted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баригдсан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was built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нэрлэгдсэн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was named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зохион бүтээгдсэн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historical facts about Mongolia using past passive (was/were + past participle).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5 sentences about famous inventions using past passive.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Tell your partner 3 interesting Mongolian history facts using past passive.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was + p.p. (singular) · were + p.p. (plural) · 'by' = agent · was born = special phrase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1-was invented · 2-was founded · 3-was painted · 4-was born · 5-were built · 6-was used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1-E · 2-A · 3-B · 4-C · 5-D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3-b · 4-c · 5-b
6-c · 7-b · 8-c · 9-c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55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түүхийн үг · 20 history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Past Passive — was/were + past participle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Монголын түүхийн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Past Passive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56: Week 8 Review — Modals + Passive + Future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2026-04-06T03:59:37Z</dcterms:created>
  <dcterms:modified xsi:type="dcterms:W3CDTF">2026-04-06T03:59:37Z</dcterms:modified>
</cp:coreProperties>
</file>