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71 · ӨДӨР 71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vs Informal  ·  Албан ёсны ба Хэвийн хэлбэр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Formal writing — letters and emails, formal register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/ˈfɔːrməl/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албан ёсны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formal language in letters.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/ɪnˈfɔːrməl/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хэвийн / бус нийтлэг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Informal language is for friends.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Dear Sir/Madam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/dɪər sɜːr ˈmædəm/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Эрхэм ноён/хатагтай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Dear Sir/Madam — formal opening.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am writing 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/aɪ æm ˈraɪtɪŋ tuː/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... зорилгоор бичиж байна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am writing to enquire about...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enquire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/ɪnˈkwaɪər/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лавлах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am writing to enquire about the job.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would be grateful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/aɪ wʊd biː ˈɡreɪtfəl/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талархах болно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would be grateful if you could help.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look forward 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/aɪ lʊk ˈfɔːrwərd tuː/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хүлээн суугаа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look forward to hearing from you.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Yours sincerely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/jɔːrz sɪnˈsɪərli/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Хүндэтгэлтэйгээр (нэр мэддэг)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Yours sincerely, Bat Gantulga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Yours faithfully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/jɔːrz ˈfeɪθfəli/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Хүндэтгэлтэйгээр (нэр мэддэггүй)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Yours faithfully — used with Dear Sir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regarding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/rɪˈɡɑːrdɪŋ/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-ийн тухайд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am writing regarding your vacancy.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furthermore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/ˈfɜːðərˌmɔːr/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мөн түүнчлэн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Furthermore, I have 2 years experience.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addition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/ɪn əˈdɪʃən/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нэмж хэлэхэд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addition, I speak three languages.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would like 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/aɪ wʊd laɪk tuː/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... хүсч байна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would like to apply for the position.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am available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/aɪ æm əˈveɪləbəl/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боломжтой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am available for an interview.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attached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/əˈtætʃt/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хавсаргасан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Please find my CV attached.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hesitate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/ˈhɛzɪteɪt/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эргэлзэх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Please do not hesitate to contact me.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suitable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/ˈsuːtəbəl/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тохиромжтой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believe I am a suitable candidate.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/ˈpraɪər/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өмнөх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have prior experience in this field.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/ˈdɛmənstreɪt/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харуулах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can demonstrate my English skills.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appreciate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/əˈpriːʃieɪt/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талархах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appreciate your consideration.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Sincerely /sɪnˈsɪərli/ — 3 syllables · Faithfully /ˈfeɪθfəli/ — 3 syllables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Enquire — 2-р үе: in-KWYR. Furthermore — 3 үе: FUR-ther-more. Hesitate — 3 үе: HEZ-ih-tayt.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Formal writing — letters and emails, formal register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ENGLISH uses specific vocabulary and structures. Key contrasts: Informal → Formal: 'Hi' → 'Dear Sir/Madam'; 'I want' → 'I would like'; 'Can you?' → 'Could you please?'; 'Thanks' → 'Thank you very much'; 'Sorry' → 'I apologise'; 'Get' → 'obtain/receive'; 'Ask' → 'enquire'; 'About' → 'regarding'. Formal letter structure: 1) Salutation (Dear...), 2) Opening (I am writing to...), 3) Main body (Furthermore/In addition), 4) Closing (I look forward to...), 5) Sign-off (Yours sincerely/faithfully).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АЛБАН ЁСНЫанглиар тусгай үгс ба бүтэц хэрэглэнэ. Гол ялгаа: Хэвийн→Албан: 'Hi'→'Dear Sir/Madam'; 'I want'→'I would like'; 'Can you?'→'Could you please?'; 'Thanks'→'Thank you very much'; 'Sorry'→'I apologise'; 'Get'→'obtain'; 'Ask'→'enquire'; 'About'→'regarding'. Албан захидлын бүтэц: 1) Мэндчилгээ (Dear...), 2) Эхлэл (I am writing to...), 3) Гол хэсэг (Furthermore/In addition), 4) Хаалт (I look forward to...), 5) Гарын үсэг (Yours sincerely/faithfully).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Informal→Formal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shift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 → Dear Sir/Madam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formal is this?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хэвийн→албан ёсны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want → I would like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vocabulary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would like to apply.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you...? (not Can you?)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хүсэл илэрхийлэх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Dear + name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Yours sincerely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Dear Mr. Bat → Yours sincerely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нэрийг мэдэх үед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Dear Sir/Madam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Yours faithfully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Dear Sir/Madam → Yours faithfully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нэрийг мэдэхгүй үед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am writing 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opening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am writing to enquire about...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албан бичгийн эхлэл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contractions in formal writing!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→ Do not · I'm → I am · Can't → Cannot · Won't → Will not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Formal: 'I would like to' NOT 'I'd like to'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Албан бичигт ХЭЗЭЭ Ч товчилсон хэлбэр хэрэглэдэггүй!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→ do not · I'm → I am · can't → cannot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Yours sincerely (нэр мэддэг) · Yours faithfully (нэр мэддэггүй)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Albан: 'I do NOT hesitate to contact you.' / 'I would NOT be able to attend.' / 'Please do NOT hesitate.' (no contractions!)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please send me...? · Would it be possible to...? · I would be grateful if you could... · May I enquire about...?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Sincerely = name known (Dear Mr. Bat)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Faithfully = name unknown (Dear Sir/Madam)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contractions in formal writing!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 would like (not I want)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Could you (not Can you)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Regarding (not about)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Hi, I want to ask about the job.  ✅ Dear Sir/Madam, I am writing to ENQUIRE about the position.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Thanks for your help.  ✅ Thank you very much for your ASSISTANCE.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I'm writing to ask...  ✅ I AM writing to enquire... (no contractions!)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Dear Mr. Smith, Yours faithfully.  ✅ Dear Mr. Smith, YOURS SINCERELY. (name known→sincerely!)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'Hi' → formal: _____ Sir/Madam (Dear)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'Thanks' → formal: Thank you very _____ (much)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'I want to apply' → formal: I _____ like to apply. (would)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'Ask' → formal: _____ (enquire)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'Can you help?' → formal: _____ you please help? (Could)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'About' → formal: _____ (regarding)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'Dear Mr. Smith' → sign off: Yours _____ (sincerely)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'Sorry' → formal: I _____ (apologise)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1-Dear · 2-would · 3-Could · 4-sincerely · 5-much · 6-enquire · 7-regarding · 8-apologise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71 · ӨДӨР 71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A3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writes his first formal email to a company.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A3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Dear Sir/Madam,
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 writing to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enquire about the English teaching assistant position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regarding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which I saw advertised online.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 like to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apply for this role.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Furthermore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I have been studying English for 71 days and have achieved considerable progress.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addition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 available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an interview at any time convenient to you. Please find my details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attached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Please do not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hesitate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contact me if you require further information. 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 forward to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hearing from you.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A3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Yours faithfully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Bat Gantulga.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am writing to enquire about...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... -ийн талаар лавлах зорилгоор бичиж байна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opening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would like to apply for...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... -д өргөдөл гаргахыг хүсч байна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would like = formal 'I want'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look forward to hearing from you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 нараас хариу хүлээж байна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closing phrase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Yours sincerely / Yours faithfully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Хүндэтгэлтэйгээр (нэр мэддэг/мэддэггүй)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sign-off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Please do not hesitate to contact 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Надтай холбоо барихад бэлэн байна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polite formal offer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Furthermore / In addition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Мөн түүнчлэн / Нэмж хэлэхэд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 linking words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How is formal English different from what you use with friends?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When do you need to use formal English in real life?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Can you rewrite this sentence formally: 'Hey, can you send me the form?'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What are the five parts of a formal letter?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Would you use 'Yours sincerely' or 'Yours faithfully' if you write to 'Dear Mr. Bat'?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Can you think of three words to replace 'get', 'ask', and 'sorry' in formal writing?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How do you start a formal email?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With 'Dear Sir/Madam' if you don't know the name!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And if you know their name?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Then 'Dear Mr./Ms. [Name]' — and end with 'Yours sincerely.'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What's the difference between sincerely and faithfully?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Sincerely = you know the name. Faithfully = you don't.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Can I write 'I'm writing to ask...' in a formal letter?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No! Write 'I am writing to ENQUIRE...' — no contractions!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about 'thanks' at the end?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Replace it with 'Thank you very much for your kind consideration.'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That sounds very professional!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Exactly! Formal English opens professional doors!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B1 Tip: Knowing formal English opens professional doors! 'I am writing to enquire...' sounds far more impressive than 'I want to ask...' Practice switching between formal and informal — a crucial B1 skill!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Book 3 · Дэвшилтэт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71 · ӨДӨР 71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B1 Level  ·  Book 3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formal vs informal English. I'll say an informal sentence — you make it formal. Ready? 'Hi, I want to ask about the job.'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Sir/Madam, I am writing to enquire about the position.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Perfect! 'Can you send me the form?'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please send me the relevant form? I would be most grateful.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Excellent! 'Thanks, see you soon.'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very much for your assistance. I look forward to hearing from you.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sign-off if you don't know the name?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Yours faithfully! And if you know the name — Yours sincerely.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both mastered formal English! These skills will serve you for life.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 you start a formal letter to an unknown person?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Hi there!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Dear Friend,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Dear Sir/Madam,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do you use 'Yours sincerely'?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when you don't know the name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when you know the name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always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do you use 'Yours faithfully'?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when you know the name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always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when you don't know the name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formal version of 'I want to'?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 need 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 would like 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 have 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formal version of 'Can you?'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Would you?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Should you?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Could you please?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formal version of 'ask'?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enquire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demand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you use contractions in formal writing?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yes, always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only with friends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never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formal version of 'about'?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around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concerning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regarding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'Please find my CV attached' — this is used in...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text messages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formal emails/letters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casual conversation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 look forward to hearing from you' is used...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at the start of a letter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in the main body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near the end/closing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formal language — Dear/Yours/would like/enquire/regarding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_____ Sir/Madam, I am writing to enquire... (Dear)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I _____ like to apply for this position. (would)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_____ you please send me the form? (Could)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 am writing _____ the available position. (regarding)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I look forward _____ hearing from you. (to)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Yours _____ — when you know the name. (sincerely)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Dear Sir/Madam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мөн түүнчлэн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Yours faithfully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лавлах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enquire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нэр мэддэгт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Yours sincerely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нэр мэддэггүйд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furthermore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эхлэлийн мэндчилгээ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a formal email applying for an English club membership — use all formal phrases.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Rewrite 5 informal sentences formally: want→would like, ask→enquire, sorry→apologise, get→obtain, about→regarding.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Role-play: you call a company formally. Use formal greetings and phrases.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Formal: Dear Sir/Madam · I am writing to · I would like · Could you · Yours faithfully/sincerely · No contractions!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1-Dear · 2-would · 3-Could · 4-regarding · 5-to · 6-sincerely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1-E · 2-D · 3-B · 4-C · 5-A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 · 2-b · 3-c · 4-b · 5-c
6-a · 7-c · 8-c · 9-b · 10-c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71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албан ёсны үг · 20 formal language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Formal writing — letters and emails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Батын захидлыг уншсан · Read Bat's formal email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Speaking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Албан ёсны захидал бичиж сурсан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72: Discussions &amp; Debates — Discourse Markers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2026-04-10T11:19:47Z</dcterms:created>
  <dcterms:modified xsi:type="dcterms:W3CDTF">2026-04-10T11:19:47Z</dcterms:modified>
</cp:coreProperties>
</file>