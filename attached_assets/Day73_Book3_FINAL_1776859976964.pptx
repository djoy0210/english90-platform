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73 · ӨДӨР 73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Emotions  ·  Сэтгэл хөдлөлөө илэрхийлэх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Wish + Past Simple — I wish I could fly / I wish I had more time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байсан бол гэж хүсч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 speak five languages.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/ɪf ˈoʊnli/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байсан бол ч гэсэн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had more free time!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 aɪ kʊd/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чадсан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 fly like a bird.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 aɪ wɜːr/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 taller.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 aɪ hæd/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...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more time.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it were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 ɪt wɜːr/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...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it were Sunday already.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she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wɪʃ ʃiː wʊd/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... хийх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she would stop talking!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/frʌˈstreɪʃən/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уцаарлах / бухимдах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expressed his frustration.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/ˈlɒŋɪŋ/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хүсэл эрмэлзэл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felt a longing for home.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dissatisfied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/dɪˈsætɪsfaɪd/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сэтгэл ханамжгүй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dissatisfied with my progress.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/kənˈtɛnt/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сэтгэл хангалуун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content with my English level.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/ˈɛnvi/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атаархах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envy people who are naturally fluent.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хүсэмжлэх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aspire to be fluent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daydream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/ˈdeɪdriːm/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зүүд мөрөөдөх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daydream about living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/ˈjɜːrnɪŋ/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эрмэлзэл /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deep yearning in her eyes.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тайлах / ам тайлах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sighed and said 'I wish I could...'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/ɪˈmædʒɪn/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төсөөлөх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 if you could speak any language!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unfortunately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/ʌnˈfɔːrtʃənɪtli/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харамсалтай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Unfortunately, I can't do that yet.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/ɪnˈstɛd/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оронд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 wishing, I'll work harder.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/dɪˈtɜːrmɪnd/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шийдэмгий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determined to make my wishes real!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Dissatisfied /dɪˈsætɪsfaɪd/ — 4 syllables · Frustration /frʌˈstreɪʃən/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Dissatisfied — 4 үе: dis-SAT-is-fyd. Yearning — 2 үе: YERN-ing. Aspire — 2 үе: uh-SPYR.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Wish + Past Simple — I wish I could fly / I wish I had more time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+ PAST SIMPLE expresses a PRESENT WISH about something that is NOT true or NOT possible NOW. 'I wish I WERE taller.' (I am not tall — present reality.) 'I wish I COULD fly.' (I cannot fly — present reality.) 'I wish I HAD more time.' (I don't have enough time now.) KEY: Always use PAST SIMPLE or COULD (not present simple) after 'wish' for present situations. 'I wish I were' NOT 'I wish I am'. Compare: WISH + WOULD = wishing for a change in someone's behaviour: 'I wish she WOULD stop talking.'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+ PAST SIMPLE нь ОДОО ХЭРЭГЖИХ БОЛОМЖГҮЙ эсвэл ҮНЭН БУС зүйлийг хүсэж байгааг илэрхийлдэг. 'I wish I WERE taller.' (Би өндөр биш — одоогийн бодит байдал). 'I wish I COULD fly.' (Би нисч чадахгүй). 'I wish I HAD more time.' (Надад хангалтттай цаг байхгүй). ЧУХАЛ: 'wish'-ийн дараа PAST SIMPLE эсвэл COULD (Present Simple биш!). 'I wish I were' — 'I wish I am' биш. WISH + WOULD = хэн нэгний зан авирыг өөрчлөхийг хүсэх.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+ were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unreal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 taller.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 you were taller?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бодит бус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+ could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 fly.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 you could fly?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боломжийн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+ had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possession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more time.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 you had more?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байхгүй зүйлийн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she would stop!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 he would listen?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зан авирыг өөрчлөхийн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wish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were fluent already!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хүчтэй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were (NOT was — use were with wish!)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could · I wish I had · I wish she would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= stronger version of I wish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WERE (were — was биш — wish-ийн дараа were хэрэглэнэ!)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could · I wish I had · I wish she would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= I wish-ийн хүчтэй хэлбэр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DIDN'T have to work so much. I wish she WOULDN'T talk so loudly. I wish it WEREN'T so cold!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WISH for? · DO you WISH you COULD fly? · IF ONLY you WERE there — how different would it be?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 + were (not was!) for all subjects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 + could = ability you don't have now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 + had = possession you lack now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 + would = someone's behaviour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only = stronger, more emotional wish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for past (use 3rd conditional for past!)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wish I am taller.  ✅ I wish I WERE taller. (past simple after wish!)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wish I was rich.  ✅ I wish I WERE rich. (were, not was!)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wish I can fly.  ✅ I wish I COULD fly. (could, not can!)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wish I have more time.  ✅ I wish I HAD more time. (had, not have!)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wish I _____ taller.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only I _____ more money!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wish I _____ fly like a bird.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wish she _____ stop talking!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wish I _____ more free time.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wish it _____ not so cold outside!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wish the exam _____ easier.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If only I _____ speak five languages!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1-were · 2-could · 3-had · 4-were · 5-had · 6-would · 7-were · 8-could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73 · ӨДӨР 73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sits by her window on a rainy afternoon.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sighs: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already fluent in English.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travel to Paris and speak French too.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only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more hours in the day to study and paint!" She pauses, then smiles: "But wishing is not enough.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kind of person who never gives up — and actually,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person!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only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see my future self — I think she would be very proud of the girl studying at this window right now."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 taller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өндөр байсан бол гэж хүсч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were (not was!)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 fly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нисч чадсан байсан бол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could = ability 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more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илүү цаг байсан бол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had = possession 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she would stop talking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ярихаа больсон байсан бол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would = behaviour change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I could speak French!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франц хэлийг чадсан байсан бол!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only = stronger 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it weren't so cold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Ийм хүйтэн биш байсан бол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weren't = negative 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Name three things you wish you could do that you cannot do now.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do you wish were different about your life right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 wish I were... (complete this sentence about yourself!)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If only I could... (what would you choose?)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Is there something a friend does that you wish they would stop?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 wish I had more... — what would you choose? Time, money, talent?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You seem thoughtful today. What's on your mind?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just thinking — I wish I were already fluent in English.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know the feeling! I wish I could speak it without thinking.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only we had started learning as children!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wish I had more time to study every 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Me too! I wish my days were 30 hours long!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Ha! I wish my teacher would give us less homework.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don't — I wish I had even MORE homework! I love learning!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I wish I felt that motivated!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only you could see how much you've already improved!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guess you're right. I wish I were more confident.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are more confident! You just wish you weren't modest!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'Wish' expresses present dissatisfaction about what IS or ISN'T possible NOW. 'If only I were taller!' This is different from the Third Conditional (past regrets). Master both to express a full range of emotions in English!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73 · ӨДӨР 73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Wish + Past Simple. I'll describe a situation — you express a wish about it! 'You can't fly.'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could fly! If only I could soar above Ulaanbaatar!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not very tall.'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were taller! If only I were 10 centimetres taller!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classmate is talking very loudly and you can't concentrate.'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he would stop talking! I wish it were quieter in here!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don't have enough money to travel to Korea.'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had more money! If only I could afford to travel this summer. One day I will — I'm determined!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Bat's wish after 'You can't fly'?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 wish I can fly.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wish I could fly.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wish I would fly.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Sarnai's wish after 'You are not tall'?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 wish I was taller.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wish I am taller.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wish I were taller.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'I wish I was taller' correct?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'was' is fine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 — use 'were' after 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in American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Bat's wish when someone talks loudly?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 wish he would stop talking.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wish he stops talking.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wish he will stop talking.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wish she WOULD stop' — this expresses...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past regret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wish about a future event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wish about someone's current behaviour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Sarnai's wish about money?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 wish I have more money.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wish I had more money.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wish I would have money.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Sarnai ends with 'I'm determined' — this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will give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will make her wish real through hard 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is content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'If only' compared to 'I wish' is...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less emotional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same strength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emotional/stronger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wish I could' is used for...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regrets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ability you don't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future predictions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wish I had more time' — 'had' here is...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simple (after wish)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wish + were / could / had / would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wish I _____ taller.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wish I _____ fly like a bird. (could)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wish I _____ more free time.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wish she _____ stop talking!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only I _____ more money!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wish it _____ not so cold!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wish I were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зан авирыг өөрчлөхийн хүсэл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wish I could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байхгүй зүйлийн хүсэл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wish I had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байгаагүй чадварын хүсэл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wish she would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бодит бус байдлын хүсэл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хүчтэй хүсэл / эрмэлзэл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'I wish...' sentences about your real present wishes in English.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a short poem or paragraph starting with 'If only I could...' — express emotions!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5 wishes using: I wish I were / I wish I could / I wish I had / I wish they would / If only...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Wish + were (not was!) · Wish + could = ability · Wish + had = possession · Wish + would = behaviour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1-were · 2-could · 3-had · 4-would · 5-had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2-C · 3-B · 4-A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4-a · 5-c
6-b · 7-b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73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сэтгэл хөдлөлийн үг · 20 emotion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Wish + Past Simple — present wishes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Сарнайн хүсэлтийн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Wish + Past Simple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74: Week 11 Review — Modals + Discourse + Wish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2026-04-10T11:19:47Z</dcterms:created>
  <dcterms:modified xsi:type="dcterms:W3CDTF">2026-04-10T11:19:47Z</dcterms:modified>
</cp:coreProperties>
</file>