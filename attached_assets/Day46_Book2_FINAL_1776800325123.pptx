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46 · ӨДӨР 46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Fashion  ·  Дэлгүүр хэсэх &amp; Загвар хувцас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Too much / Too many / Not enough — quantity problems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/ˈfæʃən/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загвар хувцас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 changes every season.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/staɪl/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хэв маяг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a great sense of style.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/brænd/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брэнд / тэмдэг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love international brands.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/əˈfɔːrd/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боломжтой байх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can't afford this jacket.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bargain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/ˈbɑːrɡɪn/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хямдралтай худалдан авалт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coat was a real bargain!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хямдрал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big sale this weekend.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таарах / тохирох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this dress fit you well?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/taɪt/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чанга / хавчиж байгаа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These jeans are too tight.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/luːs/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өргөн / тохирохгүй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shirt is too loose for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/traɪ ɒn/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туршиж өмсөх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try this on please?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fitting room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/ˈfɪtɪŋ ruːm/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хувцас солих өрөө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fitting room is over there.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/rɪˈsiːt/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баримт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your receipt just in case.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/ˈriːfʌnd/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мөнгөн буцаалт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need a refund for this item.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/ɪksˈtʃeɪndʒ/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солих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exchange this for a bigger size?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дараалал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are too many people in the queue.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/kraʊd/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олон хүний цугларалт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shopping mall is too crowded.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/weɪst/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хаягдал / үрэх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waste too much money on clothes.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/ˈbʌdʒɪt/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төсөв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a strict budget this month.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second-hand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/ˈsɛkənd hænd/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хуучин / хоёр дахь гар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Second-hand shops have great bargains.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/ˈɒnlaɪn/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онлайн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shop online to save money.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Fashion /ˈfæʃən/ · Bargain /ˈbɑːrɡɪn/ — 2 syllables · Receipt /rɪˈsiːt/ — the 'p' is silent!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— 2 үе: FASH-un. Receipt — 'p' дуудагдахгүй: ri-SEET. Afford — 2-р үе: uh-FORD.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Too much / Too many / Not enough — quantity problems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+ uncountable noun (problem): 'There is too much noise.' TOO MANY + countable noun (problem): 'There are too many people.' NOT ENOUGH + noun (insufficient): 'I don't have enough money.' These three structures all express PROBLEMS with quantities. Compare: too much noise (you can't count noise) vs too many people (you can count people: 1 person, 2 people). NOT ENOUGH can follow with 'to + verb': 'Not enough money TO buy it.'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+ тоолшгүй нэр (асуудал): 'There is too much noise.' TOO MANY + тоолж болох нэр (асуудал): 'There are too many people.' NOT ENOUGH + нэр (хангалтгүй): 'I don't have enough money.' Эдгээр гурав нь хэмжээний АСУУДЛЫГ илэрхийлдэг. Харьцуул: too much noise (чимээг тоолж болохгүй) vs too many people (хүнийг тоолж болно). NOT ENOUGH + to + verb: 'Not enough money TO buy it.'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uncountable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 noise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too much noise.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there too much noise?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их (тоолшгүй)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countable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people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too many people.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there too many people?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олон (тоолж болох)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noun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 money.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enough money.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enough money?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to +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 time to finish.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there enough time to finish?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хангалтгүй +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verb (spent)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spent too much!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didn't spend too much.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you spend too much?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их (хийсэн)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+ uncountable · too many + countable · not enough + noun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money TO buy = not enough + to + verb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— тоолшгүй нэрийн өмнө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— тоолж болох нэрийн өмнө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— хоёуланд нь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NOT ENOUGH space. I DON'T HAVE ENOUGH money. There AREN'T ENOUGH chairs here.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TOO MUCH noise? Are there TOO MANY people? Do you have ENOUGH money? Is it TOO MUCH?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much + uncountable: too much noise, money, time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many + countable: too many people, clothes, bags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enough + any noun: not enough money/time/chairs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test: can you count it? → too many / too much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Too many noise.  ✅ TOO MUCH noise. (uncountable!)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Too much people.  ✅ TOO MANY people. (countable!)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enough of money.  ✅ Not enough money. (no 'of'!)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There are too much clothes.  ✅ There are TOO MANY clothes.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There is _____ noise in here! (too much)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don't have _____ money to buy it. (enough)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There are _____ people in the queue. (too many)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There are _____ options — I can't choose! (too many)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spent _____ on clothes last month. (too much)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There isn't _____ time to try everything. (enough)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 shop has _____ stock — everything is sold out. (not enough)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have _____ brands to choose from! (too many)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1-too much · 2-too many · 3-too much · 4-not enough · 5-enough · 6-too many · 7-enough · 8-too many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46 · ӨДӨР 46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goes shopping but has problems!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people in the shopping mall — the queue is enormous. There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much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noise and he can't think clearly. He finds a jacket he loves but he doesn't have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money to buy it. He has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other expenses this month. The fitting room has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people waiting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mirrors. Finally, Bat says: "There are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problems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solutions today! I'm going home and shopping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instead —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stress there!"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are too many people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олон хүн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+ countable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too much noise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их чимээ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 + uncountable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enough money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Надад хангалтттай мөнгөгүй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 time to try it 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Туршиж өмсөх цаг хангалтгүй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 + to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spent too much last month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өнгөрсөн сард хэтэрхий их зарлаа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 + verb (spent)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try this on?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үүнийг туршиж өмсөж болох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phrase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Do you spend too much money on clothes? How much is too much?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Are there too many shops in your city, or not enough?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Do you have enough money to buy something you want right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Is there too much pressure to follow fashion trends?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Do you prefer shopping online or in stores? Why?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do you do when something doesn't fit — exchange or refund?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Why didn't you buy the jacket?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There were too many people and I felt too stressed.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Did you have enough money for 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It was too expensive. I didn't have enough.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Were there too many choices in the shop?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Too many brands, too many styles. Very confusing!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about online shopping? Is that better?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Not too many people and not too much pressure.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spend too much money on clothes?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Sometimes! I need to stick to my budget better.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What's your advice for smart shopping?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Wait for sales! And never shop when you're hungry!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linking words — 'If I have money, I will...' / 'If I were rich, I would...' Connect your ideas fully!  ·  Холбоос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46 · ӨДӨР 46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discuss shopping problems using too much, too many, and not enough. Bat, what problems do you have when shopping?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always too many people and too much noise. And I never have enough money for what I want!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Ha! Very relatable! Sarnai, do you think people spend too much on fashion?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Too many people spend too much money on brands they don't need. There is not enough focus on quality over quantity.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great point! Are there too many or not enough shops in Ulaanbaatar?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small shops but not enough big shopping centres with good variety.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Interesting! And is there enough time to shop after school?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time on weekdays! But too much time on weekends — and then I spend too much money!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problem does Bat have when shopping?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not enough shops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too many people and too much noise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enough brands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Bat have enough money?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 usually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never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sometimes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think about fashion spending?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fine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too many people spend too much on brands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enough choices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there is not enough focus 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brands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quality over quantity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about shops in UB?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too many big ones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too many small, not enough big centres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enough shops at 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Sarnai have enough time on weekdays?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not enough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too much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on weekends?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not enough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too much time and she spends too much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shops are closed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'noise' countable or uncountable?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countable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uncountable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both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'Too many' goes with...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uncountable nouns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both types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countable nouns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'Not enough' goes with...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countable nouns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uncountable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both countable and uncountable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too much / too many / not enough / enough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There is _____ noise in here! (too much)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There are _____ people in the queue. (too many)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spent _____ on clothes last month. (too much)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don't have _____ money to buy it. (enough)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There are _____ options — I can't choose! (too many)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There isn't _____ time to try everything. (enough)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fashion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хямдрал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загвар хувцас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bargain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солих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exchange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буцаалт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refund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хямдралтай худалдан авалт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Describe a shopping experience using too much, too many, and not enough.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your monthly budget in English — use 'enough', 'too much', 'not enough'.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friend about the last time you wanted to buy something but couldn't afford it.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too much + uncountable · too many + countable · not enough + any noun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1-too much · 2-too many · 3-too much · 4-enough · 5-too many · 6-enough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2-A · 3-E · 4-C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4-c · 5-b
6-b · 7-b · 8-b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46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дэлгүүрийн үг · 20 shopping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Too much / Too many / Not enough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Дэлгүүрийн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Too much/many/not enough ялгааг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47: Money &amp; Banking — First Conditional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2026-04-05T09:41:26Z</dcterms:created>
  <dcterms:modified xsi:type="dcterms:W3CDTF">2026-04-05T09:41:26Z</dcterms:modified>
</cp:coreProperties>
</file>