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47 · ӨДӨР 47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6A1A"/>
          </a:solidFill>
          <a:ln w="12700">
            <a:solidFill>
              <a:srgbClr val="1A6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Banking  ·  Мөнгө &amp; Банк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First Conditional — If I have money, I will buy...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6A1A"/>
          </a:solidFill>
          <a:ln w="12700">
            <a:solidFill>
              <a:srgbClr val="1A6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1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account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/bæŋk əˈkaʊnt/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банкны данс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opened a bank account last year.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/ˈseɪvɪŋz/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хадгаламж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put my savings in the bank.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/dɪˈpɒzɪt/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хадгаламжинд хийх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deposit money every month.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withdraw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/wɪðˈdrɔː/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авах / гаргах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need to withdraw some cash.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/loʊn/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зээл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took out a loan for university.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/dɛt/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to avoid getting into debt.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/ˈɪntrəst/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хүү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bank charges 10% interest.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/ɪnˈvɛst/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хөрөнгө оруулах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save enough, I will invest.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/ɜːrn/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олж авах (мөнгө)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work hard, I will earn more.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/spɛnd/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зарцуулах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 spend less, you will save more.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/seɪv/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хэмнэх / хадгалах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save 10% each month, I will...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/ˈbɒroʊ/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зээлэх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 borrow 5000 tugrik?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/lɛnd/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зээлдэх / өгөх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lend you the money if you need.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afford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/əˈfɔːrd/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боломжтой байх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get a job, I will afford 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/ˈbʌdʒɪt/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төсөв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stick to my budget, I will save.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/ɪksˈtʃeɪndʒ reɪt/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валютын ханш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exchange rate changed today.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/ˈkʌrənsi/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валют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change my currency at the bank.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/ˈtrænsˌfɜːr/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шилжүүлэх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transfer money to your account.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cashless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/ˈkæʃlɪs/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бэлэн мөнгөгүй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shops go cashless, I will need a card.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/faɪˈnænʃəl/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санхүүгийн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financial habits start young.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Withdraw /wɪðˈdrɔː/ — stress on 2nd syllable · Deposit /dɪˈpɒzɪt/ — 3 syllables · Debt /dɛt/ — 'b' is SILENT!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— 'b' дуудагдахгүй: /dɛt/. Withdraw — 2-р үе: with-DRAW. Interest — 3 үе: IN-trest.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First Conditional — If I have money, I will buy...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CONDITIONAL expresses REAL and POSSIBLE future situations. Structure: IF + Present Simple, WILL + base verb. The IF clause describes a possible condition; the WILL clause describes the likely result. 'If I save money, I will travel to Korea.' The IF clause can come first or second: 'I will travel to Korea IF I save money.' Both mean the same thing! Note: always use PRESENT SIMPLE after 'if' in First Conditional — NEVER 'will' after 'if'.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CONDITIONAL нь БОДИТ болон БОЛОМЖТОЙ ирээдүйн нөхцлийг илэрхийлдэг. Хэлбэр: IF + Present Simple, WILL + үндсэн үйл үг. IF хэсэг нь боломжтой нөхцлийг, WILL хэсэг нь тохиолдлын үр дүнг илэрхийлдэг. 'If I save money, I will travel to Korea.' АНХААРУУЛГА: 'if'-ийн дараа ХЭЗЭЭ Ч 'will' хэрэглэдэггүй — ҮРГЭЛЖ Present Simple!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+ Pres.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+ base verb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save money, I will travel.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don't save, I won't travel.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you travel if you save?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Хэрэв ... бол, ... болно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first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+ Pres. Simple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travel if I save money.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won't travel if I don't save.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you go if you have money?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болно, хэрэв ...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not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Unless I save, I won't travel.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you go unless you save?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-гүй бол / -аагүй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 graduate, I will work.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will you start working?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үед (тодорхой)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soon 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soon as I arrive, I'll call.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will you call?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болмогц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save → I'll travel · If he works → he'll earn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won't = I will not · won't = the negative of will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= I will (хэвийн яриандаа). Won't = will not.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IF-ийн дараа 'will' ХЭЗЭЭ Ч хэрэглэдэггүй! If I SAVE (Present Simple!).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DON'T save money, I WON'T travel. If she DOESN'T work hard, she WON'T succeed.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do IF you have money?  WILL you travel IF you save enough?  IF you get a job, WHERE will you go?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+ Present Simple + WILL + base verb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NEVER: 'If I will save' ❌ → 'If I save' ✅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Unless = if not: 'Unless I save, I won't go'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clause can come first or second — same meaning!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will save money, I will travel.  ✅ If I SAVE money, I will travel.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will work hard, I will earn more.  ✅ If I WORK hard, I will earn more.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will travel if I will have money.  ✅ I will travel if I HAVE money.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save, I would travel.  ✅ If I save, I WILL travel. (1st conditional!)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If I _____ money, I will travel. (save)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If she _____ hard, she'll earn more. (work)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will open an account if I _____ a job. (get)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If we _____ our budget, we'll save. (follow)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If you spend less, you _____ more. (save)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If he _____ to the bank, he'll withdraw cash. (go)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_____ invest if she has enough. (will)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If I don't save, I _____ afford it. (won't)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1-save · 2-get · 3-will save · 4-will · 5-works · 6-follow · 7-goes · 8-won't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47 · ӨДӨР 47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6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has a financial plan for the future.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says: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get a part-time job this summer,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save half of my salary every month.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save enough,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open an investment account.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my savings grow,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travel to Korea before university. But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spend too much on fashion and food,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enough money.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Unless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stick to my budget, my dream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remain a dream!" His teacher says: "If you keep this attitude,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definitely succeed, Bat!"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save money, I will travel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Хэрэв би мөнгө хэмнэвэл, аялна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+ Present Simple + will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work hard, I will earn more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Хэрэв хичээвэл, илүү олно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+ verb + will +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won't afford it if I don't save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Хэмнэхгүй бол боломжгүй болно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first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Unless I save, I won't 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Хэмнэхгүй л бол явахгүй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unless = if not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 graduate, I will work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Төгсөхөд нь ажиллана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= certain future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soon as I get paid, I'll deposit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Цалин авмагцаа хийнэ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soon as = immediately after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What will you do if you earn a lot of money?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If you save enough, where will you travel first?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What will happen if you don't follow your budget?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If the exchange rate changes, will it affect your plans?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will you buy if you get a good job?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If you could invest in anything, what would it be? (use First Conditional!)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will you do if you save enough money?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I save enough, I will travel to South Korea!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will you save? Do you have a plan?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If I get a job, I'll save 30% every month.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if you spend too much on food?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I spend too much, I won't reach my goal.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Will you open a bank account?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If I have steady income, I'll open a savings account.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will you do if the economy gets worse?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that happens, I'll be more careful with spending.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That's very smart thinking!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you plan well, you will achieve your goals!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Use linking words — 'If I have money, I will...' / 'If I were rich, I would...' Connect your ideas fully!  ·  Холбоос үгс хэрэглэж дэлгэрэнгүй хариулт өг!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47 · ӨДӨР 47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learn the First Conditional. Bat, what will you do if you get a job this summer?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get a job, I will save half my salary. If I save enough, I will travel to Korea before university!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plan! What will happen if you spend too much?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spend too much, I won't have enough to travel. So I need to be careful!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Good! Sarnai, what will you do if you earn money from your art?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sell my paintings, I will invest in better art supplies. And if I earn enough, I will open a small studio!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Wonderful! Remember — if you don't plan, you won't achieve your goals.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study hard, we will succeed!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will Bat do if he gets a job?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travel immediately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save half his salary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open a studio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Bat saves enough, where will he go?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Japan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Europe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Korea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will happen if Bat spends too much?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 won't travel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 will borrow money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nothing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he needs to be?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more creative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careful with spending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more social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will Sarnai do if she sells paintings?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travel to Korea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invest in art supplies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open a bank account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will Sarnai open if she earns enough?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restaurant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school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small studio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about planning?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 boring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if you don't plan, you won't achieve goals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plans always fail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 students say at the end?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If we travel, we will learn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If we study hard, we will succeed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If we save, we will travel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'if' in First Conditional, we use...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will +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present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past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'Unless I save' means the same as...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Because I save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If I don't save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When I save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First Conditional — if / will / won't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If I _____ money, I will travel. (save)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If she _____ hard, she'll earn more. (work)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If you spend less, you _____ more. (will save)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If I don't save, I _____ afford it. (won't)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 will travel if I _____ enough. (have)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_____ I follow my budget, I'll save. (If)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savings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зээл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deposit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хадгаламж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loan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өр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debt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зарцуулах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spend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хадгаламжинд хийх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First Conditional sentences about YOUR financial future: 'If I..., I will...'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your 5-year financial plan using First Conditional and today's vocabulary.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Tell a partner 3 things you WILL do and 3 things you WON'T do with money if you get a job.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IF + Present Simple + WILL (never 'will' after 'if'!) · unless = if not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1-save · 2-works · 3-will save · 4-won't · 5-have · 6-If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2-E · 3-A · 4-C · 5-D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3-a · 4-b · 5-b
6-c · 7-b · 8-b · 9-b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47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мөнгөний үг · 20 money/banking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First Conditional — If + Present Simple + will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Санхүүгийн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First Conditional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48: Problems &amp; Solutions — Second Conditional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2026-04-05T09:41:26Z</dcterms:created>
  <dcterms:modified xsi:type="dcterms:W3CDTF">2026-04-05T09:41:26Z</dcterms:modified>
</cp:coreProperties>
</file>