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70 · ӨДӨР 70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8B5014"/>
          </a:solidFill>
          <a:ln w="12700">
            <a:solidFill>
              <a:srgbClr val="8B50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Deductions  ·  Дүгнэлт гаргах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Modal deductions review — must / can't / might + present and past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8B5014"/>
          </a:solidFill>
          <a:ln w="12700">
            <a:solidFill>
              <a:srgbClr val="8B50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0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0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0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0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01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/dɪˈdjuːs/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дүгнэлт гаргах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the clues, we can deduce the answer.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/ɪnˈfɜːr/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дүгнэх / ойлгох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can infer she is unhappy from her tone.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/kənˈkluːd/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дүгнэлт гаргах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conclude that he must have left.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/əˈpærənt/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харагдаж байгаа / тодорхой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apparent that she is nervous.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obvious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/ˈɒbviəs/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тодорхой / илэрхий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obvious that something is wrong.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/kluː/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тэмдэг / санаа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clue is in the expression.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/ˈɛvɪdəns/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нотолгоо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evidence suggests she was there.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/ˈlɒdʒɪkəl/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логик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the logical conclusion.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/ˈriːzənəbəl/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боломжтой / хэвийн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That's a reasonable deduction.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/səˈspɪʃəs/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сэжигтэй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Something suspicious must have happened.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nervous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/ˈnɜːrvəs/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айж чичирсэн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looks nervous — she might be worried.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/ɪɡˈzɔːstɪd/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туйлын ядарсан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must be exhausted — he ran a marathon!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/rɪˈliːvd/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тайвшсан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be relieved — she passed!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/kənˈfjuːzd/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будилж байгаа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looks confused — he might not understand.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/ɪmˈprɛst/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гайхаж байгаа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be impressed by the results.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/dɪˈlɪbərɪt/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зориуд / санаатай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mistake can't have been deliberate.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coincidence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/koʊˈɪnsɪdəns/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таарлалт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can't be a coincidence.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/ˌɛksplənˈeɪʃən/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тайлбар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must be an explanation.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/səˈluːʃən/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шийдэл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might be a solution we haven't seen.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5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mystery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/ˈmɪstəri/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нууц / оньсого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remains a mystery — it could be anything!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Exhausted /ɪɡˈzɔːstɪd/ — 3 syllables · Coincidence /koʊˈɪnsɪdəns/ — 4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Exhausted — 3 үе: ig-ZAW-sted. Suspicious — 3 үе: sus-PISH-us. Reasonable — 3 үе: REE-zun-uh-bul.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Modal deductions review — must / can't / might + present and past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DEDUCTIONS means using logic and evidence to decide what IS or WAS true. PRESENT deductions: MUST BE (almost certain positive), CAN'T BE (almost certain negative/impossible), MIGHT/MAY/COULD BE (possible). PAST deductions: MUST HAVE + p.p. (almost certain positive about past), CAN'T HAVE + p.p. (impossible in past), MIGHT HAVE + p.p. (possible in past). Examples: 'She looks pale — she MUST BE ill.' 'He was there all day — he CAN'T HAVE missed it.' 'She's smiling — she MIGHT HAVE heard good news.'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 ГАРГАХ гэдэг нь логик ба нотолгоог ашиглаж юу байгааг эсвэл байсныг тодорхойлохыг хэлнэ. ОДООГИЙН дүгнэлт: MUST BE (бараг тодорхой эерэг), CAN'T BE (боломжгүй), MIGHT/MAY/COULD BE (боломжтой). ӨНГӨРСӨН ЦАГИЙН дүгнэлт: MUST HAVE + p.p. (өнгөрсөнд бараг тодорхой), CAN'T HAVE + p.p. (өнгөрсөнд боломжгүй), MIGHT HAVE + p.p. (өнгөрсөнд боломжтой байсан).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95%+ certain 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be ill — she looks pale.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be, right?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итгэлтэй дүгнэлт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be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/ impossible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can't be serious.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that be right?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боломжгүй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might be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 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might be worried.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might not be worried.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Might she be worried?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одоогийн боломжтой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95%+ past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have worked all night.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have, right?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итгэлтэй дүгнэлт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have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/ impossible past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can't have known — he just arrived!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he have known?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боломжгүй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Present: must be / can't be / might be / could be / may be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Past: must have + p.p. / can't have + p.p. / might have + p.p.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→ deduction: 'She looks tired' → 'She must be exhausted!'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дүгнэлт: must be · can't be · might be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дүгнэлт: must have + p.p. · can't have + p.p. · might have + p.p.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НОТОЛГОО → ДҮГНЭЛТ: 'She looks tired' → 'She MUST BE exhausted!'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CAN'T BE serious — it's impossible! She CAN'T HAVE known — she was abroad! They MIGHT NOT BE home right now.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DEDUCE from the evidence? · MUST she be ill? · CAN'T he have known? · MIGHT they have left already?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→ deduction: use must/might/can't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 clue → present deduction: must BE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 clue → past deduction: must HAVE + p.p.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'She looks pale' → 'She must be ill' (present)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'She arrived late' → 'She must have missed the bus' (past)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must is tired.  ✅ She must BE tired. (must + base verb!)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can't have forgot.  ✅ He can't have FORGOTTEN. (past participle!)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might to be worried.  ✅ She might BE worried. (no 'to'!)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They must have been know.  ✅ They must have KNOWN. (known = past participle of know!)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She looks pale — she _____ be ill. (must)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arrived late — she _____ have missed the bus. (might)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He's laughing loudly — he _____ be happy. (must)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He was there all day — he _____ have missed it. (can't)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knows my secret — she _____ have read my diary! (must)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She's smiling — she _____ have got good news. (might)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That story is impossible — it _____ be true. (can't)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They haven't arrived — they _____ be stuck in traffic. (could)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1-must · 2-must · 3-must · 4-can't · 5-might · 6-can't · 7-might · 8-could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70 · ӨДӨР 70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50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and Sarnai play a deduction game.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describes a scene: "A man walks into a cafe. He is wearing wet clothes, his hair is dripping, and he's shivering." Sarnai deduces: "He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have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been caught in the rain.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 have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been expecting it — he doesn't have an umbrella.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 be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tourist, since a local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have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known about the weather." Bat continues: "He orders a hot drink and looks at his phone with wide eyes." Sarnai: "He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have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received some news. It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be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good or bad — we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tell from his expression alone.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 have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just found out something unexpected!"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be exhausted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туйлын ядарсан байх ёстой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= present certain deduction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can't be serious!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жинхэнэ биш байх ёстой!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be = present impossible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might be worried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санаа зовж байж магадгүй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might be = present possibility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must have worked all night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шөнөжин ажилласан байх ёстой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 + p.p. = past deduction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can't have known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мэдсэн байж боломгүй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have + p.p. = past impossibility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might have got good news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сайн мэдээ авсан байж болно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might have + p.p. = past possibility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Someone walks in looking very happy. What must/might have happened?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A student fails every test but looks confident. What might/must be true?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Your friend hasn't eaten all day. What must they be feeling?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A famous building has new scaffolding. What might be happening?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Someone is looking at their phone and crying. Make three deductions.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You find a wallet on the street. Who might it belong to? What must have happened?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Look at Bat — he must be exhausted!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know! He can't have slept last night.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can you tell?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His eyes are red and he's yawning constantly. He must have been studying all night.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Or he might have been watching a film marathon!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Ha! That's possible too. We can't be certain.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Sarnai looks very happy today.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She must have got good news. She might have passed her art exam!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Could it be something else?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could be — she might have sold one of her paintings!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Either way, she must be pleased.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Definitely! Whatever happened, it must have been something great.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Modal deductions are the mark of a sophisticated speaker! Listen to native speakers — they NEVER say 'I think that is impossible.' They say 'That CAN'T BE right!' or 'She MUST HAVE known.' Practice this daily!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70 · ӨДӨР 70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deduction challenge! I'll describe someone — you make deductions. A person runs into the classroom, completely out of breath, holding a trophy.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must have just won a competition! They can't have been resting — they ran in. They might have broken a record!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sit down and start crying. What now?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must be overwhelmed with emotion — happy tears! Or they might be in pain from the race. They can't have failed — they have a trophy!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look at a photo on their phone and smile.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must have just shared the news with someone they love. The person in the photo might have been watching the competition. It must have been a very special moment!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both been making deductions like true B1 speakers — using evidence, logic, and beautiful modal language. I am so proud of your progress!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the person with the trophy have done?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lost a competition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won a competition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bought a trophy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can't they have been resting?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look tired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ran into the classroom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are holding a trophy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they start crying, what must be true?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must be angry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must be in pain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must be overwhelmed with emotion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can't they have failed?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look happy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have a trophy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are smiling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they have done when they look at their phone?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checked the 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called someone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shared the news with someone they love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might be in the photo?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teacher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competitor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someone who was watching the competition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it have been for this person?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difficult experience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an ordinary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very special moment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about the students' deductions?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need improvement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used evidence, logic, and modal language like B1 speakers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made too many mistakes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'They must have won' — why 'must have'?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it's a command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it's a strong deduction about the past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it's a future prediction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'Can't have' expresses...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possibility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present deduction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impossibility in the past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must be / can't be / might be / must have / can't have / might have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She looks pale — she _____ be ill. (must)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That story is impossible — it _____ be true. (can't)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_____ be worried about the exam. (might)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knows my secret — she _____ have read my diary! (must)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He was there all day — he _____ have missed it. (can't)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She's smiling — she _____ have got good news. (might)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must be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өнгөрсөнд боломжтой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can't be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одоогийн боломжтой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might be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одоогийн бараг тодорхой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must have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одоогийн боломжгүй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might have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өнгөрсөнд бараг тодорхой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Describe 5 situations and write modal deductions for each: 'She must be... because...'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Watch a short film clip with no sound — write 5 deductions using must/can't/might.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Show a partner a photo — they make deductions using must be / might be / can't be.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must be (95%+) · might be (50%) · can't be (0%) · Add 'have + p.p.' for past deductions!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1-must · 2-can't · 3-might · 4-must · 5-can't · 6-might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3-B · 4-E · 5-A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3-c · 4-b · 5-c
6-c · 7-c · 8-b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70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дүгнэлтийн үг · 20 deduction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Modal deductions — must/can't/might + present/past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Таамаглалын тоглоомын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Deduction game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Дүгнэлт гаргах modal үйлүгс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71: Formal vs Informal — Formal Writing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2026-04-09T03:01:24Z</dcterms:created>
  <dcterms:modified xsi:type="dcterms:W3CDTF">2026-04-09T03:01:24Z</dcterms:modified>
</cp:coreProperties>
</file>