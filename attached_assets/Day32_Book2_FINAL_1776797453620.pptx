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· ӨДӨР 32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5C8C"/>
          </a:solidFill>
          <a:ln w="12700">
            <a:solidFill>
              <a:srgbClr val="1A5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I Have Been  ·  Би очиж байсан газрууд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Present Perfect — have/has been (life experience)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5C8C"/>
          </a:solidFill>
          <a:ln w="12700">
            <a:solidFill>
              <a:srgbClr val="1A5C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8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been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/hæv biːn/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очиж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to Seoul once.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been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/hæz biːn/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очиж байсан (тэр)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been to Japan twice.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/ˈɛvər/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хэзээ нэгэн цагт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 been to China?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/ˈnɛvər/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хэзээ ч ... байгаагүй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never been to Europe.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/ɔːlˈrɛdi/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аль хэдийн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already visited that place.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/jɛt/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 хүртэл (үгүйсгэлд)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been there yet.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/dʒʌst/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саяхан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just arrived home.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/ˈriːsəntli/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сүүлийн үед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recently visited the capital.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abroad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/əˈbrɔːd/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гадаад оронд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 been abroad?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/ˈkæpɪtəl/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нийслэл хот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Seoul is the capital of Korea.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/ˈkɒntɪnənt/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тив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 is a huge continent.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museum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/mjuːˈziːəm/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музей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to that museum twice.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/ˈkɒnsərt/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концерт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been to a concert?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/ˈfɛstɪvəl/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наадам / фестиваль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to Naadam festival.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/ˈlændmɑːrk/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алдарт дурсгалт газар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Ben is a famous landmark.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/əˈmeɪzɪŋ/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гайхалтай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view was truly amazing!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/ˈkraʊdɪd/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хүнтэй дүүрэн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market was very crowded.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/wɜːrθ/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үнэ цэнтэй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definitely worth visiting.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/ˌrɛkəˈmɛnd/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санал болгох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recommend visiting Seoul.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5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unforgettable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/ˌʌnfəˈɡɛtəbəl/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мартагдашгүй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an unforgettable trip.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Museum /mjuːˈziːəm/ — 3 syllables: myoo-ZEE-um · Unforgettable — 5 syllables: un-fer-GET-uh-bul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— 3 үе: awl-RED-ee. Recommend — 3 үе: rek-uh-MEND. Continent — 3 үе: KON-tin-ent.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Present Perfect — have/has been (life experience)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 Perfect (have/has + past participle) describes LIFE EXPERIENCES — things you have done at some unspecified time in your life, without saying exactly WHEN. Compare: 'I have been to Seoul.' (experience, no specific time) vs 'I went to Seoul last year.' (specific time = use Past Simple!). Signal words: ever, never, already, yet, just, recently, before, once, twice.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Perfect (have/has + past participle) нь АМЬДРАЛЫН ТУРШЛАГА-г тодорхой цагийг заалгүй илэрхийлдэг. Харьцуул: 'I have been to Seoul.' (туршлага, цаг заагаагүй) VS 'I went to Seoul last year.' (тодорхой цаг = Past Simple хэрэглэ!). Дохио үгс: ever, never, already, yet, just, recently.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298094"/>
                <a:gridCol w="566379"/>
                <a:gridCol w="596189"/>
                <a:gridCol w="596189"/>
                <a:gridCol w="50676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to Seoul.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been to Tokyo.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been to Seoul?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... очиж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been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been to Japan.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hasn't been to Europe.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she been abroad?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... очиж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 been to China?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хэзээ нэгэн цагт ...?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never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never been abroad.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never been?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Хэзээ ч ... байгаагүй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/ yet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already been there.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been yet.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been there yet?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аль хэдийн / одоо хүртэл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· She's been · He's been · We've been · They've been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Haven't been · Hasn't been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= I have been · She's been = She has been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Хэвийн яриандаа товчилсон хэлбэр хэрэглэ!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Negatives &amp; Questions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Negative: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BEEN to Europe yet. She HASN'T BEEN abroad. They HAVEN'T BEEN to that museum.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Question: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been to China?  HAS she been abroad?  HOW MANY TIMES have you been?  WHERE have you been?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 Perfect = experience (no specific time!)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Past Simple = specific time (last year, yesterday)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'Have you EVER been?' = most common question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= not at any time in your life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have been to Seoul last year.  ✅ I WENT to Seoul last year. (specific time!)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Have you been there yesterday?  ✅ Did you go there yesterday?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have never went there.  ✅ I have never BEEN there.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Has she went to Japan?  ✅ Has she BEEN to Japan?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 — Fill in the blank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you ever been to Korea? (Have)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_____ been to Europe. (hasn't)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_____ never been abroad. (have)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They have _____ been to Naadam. (already)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He _____ been to Japan twice. (has)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Have you been to the museum _____? (yet)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We have _____ just arrived. (just)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 _____ been to five countries! (have)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1-Have · 2-have · 3-has · 4-just · 5-hasn't · 6-already · 7-yet · 8-have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· ӨДӨР 32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 · Дор хаяж 2 удаа чангаар уншаарай!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5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loves exploring new places.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many beautiful places across Mongolia.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visited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Gobi Desert, Lake Khovsgol, and the Orkhon Valley. But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never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outside Mongolia — not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yet!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His dream is South Korea. Sarnai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already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abroad — she visited China two years ago. She said it was completely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unforgettable.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 —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0D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0D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another country? If not, where would you go first?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you ever been to...?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хэзээ нэгэн цагт ...-д очиж байсан уу?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= at any time in your life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to Seoul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Сөүлд очиж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+ been + to + place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never been abroad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хэзээ ч гадаадад очиж байгаагүй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= not at any point in life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been there yet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тэнд одоо болтол очиж байгаагүй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 = up to now (negatives)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already been there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тэнд аль хэдийн очиж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= before now (positive)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worth visiting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Очиход үнэ цэнтэй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describing travel experience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Have you ever been abroad?  /  Та хэзээ нэгэн гадаадад очиж байсан уу?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Have you ever been to a concert or festival?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is the most interesting place you have been to in Mongolia?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Have you ever been to a famous museum?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Has anyone in your family been abroad? Where?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Where have you always wanted to go but haven't been to yet?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Have you ever been abroad?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 have been to China once.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Really? When did you go?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went two years ago with my whole family.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Have you ever been to Korea?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No, I haven't been there yet. But I want to go!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have never been abroad at all.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You should go! Have you been to many places in Mongolia?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Yes! I have been to the Gobi and Lake Khovsgol.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Amazing! I have never been to the Gobi. Is it worth visiting?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Absolutely! It was truly unforgettable.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have already added it to my bucket list!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Give longer answers! Don't just say 'yes' — add a reason. 'Yes, I have been there — it was amazing because...'  ·  A2 зөвлөгөө: Урт хариулт өг! Шалтгаан нэм.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· ӨДӨР 32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 Present Perfect for experiences. Bat, have you ever been abroad?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I haven't been abroad yet. But I have been to many beautiful places in Mongolia — the Gobi Desert and Lake Khovsgol!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they amazing?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Lake Khovsgol was absolutely unforgettable. I have been there twice now.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Sarnai, have you ever been outside Mongolia?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have been to China twice and Korea once. Korea was my favourite experience.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been to Europe?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I haven't been to Europe yet. But it's definitely on my list!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really opens your mind — and English opens every door!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Bat been abroad?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to Korea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no, not yet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yes, to China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has Bat been in Mongolia?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the capital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Gobi and Khovsgol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Orkhon Valley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times has Bat been to Khovsgol?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three 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twice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Sarnai been outside Mongolia?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mentioned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times has Sarnai been to China?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three 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twice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country was Sarnai's favourite?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China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Mongolia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Korea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Sarnai been to Europe?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once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not yet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twice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Europe on Sarnai's list?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not mentioned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English does?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costs money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takes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opens every door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'Have you ever been?' uses which tense?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Present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Present Perfect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have / has / haven't / hasn't / ever / never / already / yet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you ever been to Korea? (Have)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_____ never been abroad. (have)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_____ been to Japan twice. (has)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They _____ been to Europe yet. (haven't)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He _____ been to the Gobi! (has)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_____ she been abroad before? (Has)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аль хэдийн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never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одоо хүртэл (үгүйсгэлд)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already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саяхан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yet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хэзээ ч ... байгаагүй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just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хэзээ нэгэн цагт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sentences about places you have been to and 2 places you haven't been to yet.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Make your bucket list — 5 places you have never been to. Write 'I have never been to...'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Ask 3 people: 'Have you ever been to...?' — write their answers and report back.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Present Perfect = experience (no time) · Past Simple = specific time (last year, yesterday)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1-Have · 2-have · 3-has · 4-haven't · 5-has · 6-Has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 · 2-D · 3-A · 4-B · 5-C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3-c · 4-b · 5-c
6-c · 7-b · 8-b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32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аяллын үг · 20 travel experience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Present Perfect — have/has been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Аяллын тухай уншсан · Read about travel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Туршлагаа Present Perfect-ээр хэлж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33: Life Experiences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2026-04-03T10:10:53Z</dcterms:created>
  <dcterms:modified xsi:type="dcterms:W3CDTF">2026-04-03T10:10:53Z</dcterms:modified>
</cp:coreProperties>
</file>