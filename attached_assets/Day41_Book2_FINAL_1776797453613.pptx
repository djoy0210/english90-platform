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41 · ӨДӨР 41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Opinions  ·  Санал бодлоо илэрхийлэх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I think / I believe / In my opinion — expressing and defending views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think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θɪŋk/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бодохдоо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think English is important.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believe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bɪˈliːv/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итгэдгээр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believe we can do 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my opinion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 maɪ əˈpɪnjən/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миний бодлоор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my opinion, this is wrong.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feel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fiːl/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Надад санагдахдаа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feel this is not fair.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/ˈpɜːrsənəli/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хувьдаа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Personally, I prefer tea.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my 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 maɪ vjuː/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миний үзэж байгаагаар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my view, exercise is vital.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agree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əˈɡriː/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зөвшөөрч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totally agree with you.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disagree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ˌdɪsəˈɡriː/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зөвшөөрдөггүй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strongly disagree with that.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not sure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/aɪm nɒt ʃʊər/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тодорхой мэдэхгүй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not sure about that.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That's a good point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/-/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зөв юм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That's a good point, I agree.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other hand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/ɒn ðə ˈʌðər hænd/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нөгөө талаас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other hand, it is costly.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/haʊˈɛvər/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гэсэн хэдий 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However, I still believe 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/ɔːlˈðoʊ/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хэдий 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Although it is difficult, I try.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because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/bɪˈkɒz/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учир нь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think so because...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example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/fɔːr ɪɡˈzɑːmpəl/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жишээлбэл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example, English opens doors.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such 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/sʌtʃ æz/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жишээ нь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Countries such as Korea use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/ɪmˈpɔːrtənt/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чухал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important to be honest.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/ˈnɛsɪsɛri/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шаардлагатай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is necessary.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/ˈjuːsfəl/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хэрэгтэй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is very useful.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/ˈɑːrɡjuː/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маргах / баримтлах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argued her point well.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Opinion /əˈpɪnjən/ — 3 syllables: uh-PIN-yun · Although /ɔːlˈðoʊ/ — 'th' is voiced here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— 3 үе: uh-PIN-yun. However — 3 үе: how-EV-er. Although — 'th' нь voiced (the-тэй адил).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I think / I believe / In my opinion — expressing and defending views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express opinions in English, use phrases like: 'I think...', 'I believe...', 'In my opinion...', 'Personally...', 'I feel...'. To AGREE: 'I agree!', 'That's a good point.', 'Absolutely!', 'Exactly!'. To DISAGREE politely: 'I'm not sure about that.', 'I see your point, but...', 'Actually, I think...'. Always give a REASON after your opinion using 'because', 'for example', 'such as'.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санал бодлоо илэрхийлэхдээ: 'I think...', 'I believe...', 'In my opinion...', 'Personally...' зэрэг хэллэг хэрэглэнэ. ЗӨВШӨӨРӨХДӨӨ: 'I agree!', 'That's a good point.', 'Absolutely!'. ЗӨВШӨӨРӨХГҮЙ ЗОХИСТОЙГООР: 'I'm not sure about that.', 'I see your point, but...'. Санал бодлынхоо дараа ШАЛТГААН заавал нэм — 'because', 'for example'.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think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think English is vital.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think so.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you think?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бодохдоо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believe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opinion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believe we can do 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believe that.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believe that?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итгэдгээр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my opinion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my opinion, this is wrong.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your opinion?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Миний бодлоор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agree / disagree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completely agree!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strongly disagree.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agree?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Зөвшөөрч/Зөвшөөрдөггүй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 / although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agree, however...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other side?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Гэсэн хэдий ч / Хэдий 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 / Товчилсон хэлбэр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+ reason (because) · I believe + evidence · In my opinion + argument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see your point, BUT...' = disagree politely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Санал бодол + Шалтгаан = Бүрэн бодол!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think English is important BECAUSE it opens doors all over the world.'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 / Дүрэм &amp; Хэрэглэгдэх хүрээ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THINK that is correct. I DON'T BELIEVE that is fair. In my opinion, that is NOT right.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THINK?  Do you AGREE?  What is YOUR OPINION on this?  Do you BELIEVE that is true?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Opinion phrase + because + reason = strong!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Agree: 'Absolutely!' · 'That's a good point.'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Disagree: 'I see your point, but...' · 'I'm not sure...'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explain your opinion with 'because' or 'for example'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 my opinion I think that...  ✅ In my opinion... (don't say both at once!)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am agree with you.  ✅ I AGREE with you. (no 'am'!)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think that English are important.  ✅ I think English IS important.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Personally I am not sure.  ✅ Personally, I'M not sure.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_____ my opinion, English is very useful. (In)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_____ I prefer tea to coffee. (Personally)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_____ education is very important. (think)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totally _____ with you! (agree)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_____ everyone can learn English. (believe)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_____, I think it is too expensive. (However)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That's a good _____, I agree! (point)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 _____ that is correct. (don't think)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1-In · 2-think · 3-believe · 4-point · 5-Personally · 6-agree · 7-However · 8-don't think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41 · ӨДӨР 41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and Sarnai are having a debate about technology.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says: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my opinion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smartphones are essential today.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believe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they help students learn faster — for example, English learning apps are fantastic!" Sarnai responds: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see your point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but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think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people spend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much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time on their phones.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my view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face-to-face conversation is more valuable.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However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agree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technology can be useful for learning." Their teacher says: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believe the key is balance.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Although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technology is powerful, human connection is still the most important thing."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my opinion, English is vital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Миний бодлоор, англи хэл чухал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my opinion + opinion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think this is important because...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энэ чухал гэж бодно, учир нь...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think + opinion + because + reason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totally agree with you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таньтай бүрэн зөвшөөрч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totally agree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see your point, but...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Таны санааг ойлгож байна, гэхдээ...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polite disagreement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That's a good point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зөв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agreeing with someone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However, I believe...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Гэсэн хэдий ч, би итгэдгээр...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word + opinion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What do you think about social media? Give your opinion!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Do you think English is the most important language in the world?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In your opinion, is it better to live in a city or the countryside?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Do you agree that technology helps students learn better?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do you believe is the most important quality in a teacher?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Personally, what do you think is the biggest problem in Mongolia today?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do you think about homework?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In my opinion, homework is very important.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Really? I disagree! I think it is too much.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see your point. But I believe practice is necessary.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is your opinion on social media?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Personally, I think it has both good and bad sides.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 agree! What do you think is the main problem?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believe people spend too much time on their phones.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That's a good point. However, it can help learning.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Absolutely! For example, English apps are very useful.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So you think technology is good for education?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do! In my opinion, balance is the key to everything.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At A2 level, give full answers with comparisons! Don't say 'yes' — say 'Yes, Seoul is bigger than Ulaanbaatar because...'  ·  Харьцуулах үгс хэрэглэж дэлгэрэнгүй хариулт өг!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41 · ӨДӨР 41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practise giving opinions. What do you think about learning English? Bat?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opinion, English is the most useful skill I have ever learned. I believe it will open many doors for me.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Good! Do you agree, Sarnai?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totally agree! Personally, I think English connects people from all over the world. For example, I could talk to a British tourist last month!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Now, do you think technology helps you learn English?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I believe technology is very helpful. However, I think human practice is still the most important.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agree with Bat. In my view, speaking with real people is better than any app. Although apps are useful for vocabulary!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think about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too difficult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it is the most useful skill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is not necessary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believe English will do?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make him famous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help him earn money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open many doors for him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Sarnai agree with Bat?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not mentioned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yes, totally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think English does?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connects people worldwide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replaces 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helps business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example does Sarnai give?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studying at university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talking to a British tourist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watching English movies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Bat think technology helps learning?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mentioned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think is most important?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grammar books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technology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human practice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Sarnai agree with Bat about practice?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partly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say apps are useful for?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grammar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speaking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vocabulary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totally agree' is used to...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disagree politely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give a new opinion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express full agreement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opinion phrases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_____ my opinion, English is very useful. (In)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_____ education is very important. (think)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_____ everyone can learn English. (believe)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That's a good _____, I agree! (point)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totally _____ with you! (agree)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_____, I prefer tea to coffee. (Personally)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think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Нөгөө талаас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agree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Гэсэн хэдий ч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however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Би бодохдоо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on the other hand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Би зөвшөөрч байна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in my opinion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Миний бодлоор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your opinion on this topic in 5-8 sentences: 'Is English important for Mongolians?'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5 opinion phrases and practice saying them aloud confidently.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Have a 2-minute debate with a friend about any topic — use opinion phrases!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I think / I believe / In my opinion + reason (because) + example (for example)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1-In · 2-think · 3-believe · 4-point · 5-agree · 6-Personally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2-D · 3-B · 4-A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3-c · 4-a · 5-b
6-b · 7-c · 8-c · 9-c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41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санал бодлын үг · 20 opinion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Opinion phrases — I think / I believe / In my opinion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Маргааны тухай уншсан · Read about debate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Санал бодлоо илэрхийлж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42: Week 6 Review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2026-04-04T03:09:24Z</dcterms:created>
  <dcterms:modified xsi:type="dcterms:W3CDTF">2026-04-04T03:09:24Z</dcterms:modified>
</cp:coreProperties>
</file>