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692640"/>
  <p:notesSz cx="969264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Book 3 · Дэвшилтэт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88 · ӨДӨР 88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1A3A6A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 Review — B1 Full Review  ·  13-р долоо хоногийн давталт — Бүх B1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Page 1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B1 Level  ·  Book 3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64592" y="630936"/>
            <a:ext cx="6528816" cy="182880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" y="630936"/>
            <a:ext cx="6419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Learn 20 words   ✦ Grammar: Complete Book 3 review — all 30 days of B1 grammar   ✦ Cover &amp; test yourself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79222" y="874166"/>
            <a:ext cx="331012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59536"/>
            <a:ext cx="331012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859536"/>
            <a:ext cx="3310128" cy="256032"/>
          </a:xfrm>
          <a:prstGeom prst="rect">
            <a:avLst/>
          </a:prstGeom>
          <a:solidFill>
            <a:srgbClr val="1A3A6A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1115568"/>
            <a:ext cx="331012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85953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Vocabulary — 20 New Words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6032" y="1124712"/>
            <a:ext cx="3182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3 times · Cover Mongolian &amp; test yourself!</a:t>
            </a:r>
            <a:endParaRPr lang="en-US" sz="7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1289304"/>
          <a:ext cx="3200400" cy="914400"/>
        </p:xfrm>
        <a:graphic>
          <a:graphicData uri="http://schemas.openxmlformats.org/drawingml/2006/table">
            <a:tbl>
              <a:tblPr/>
              <a:tblGrid>
                <a:gridCol w="182880"/>
                <a:gridCol w="610819"/>
                <a:gridCol w="610819"/>
                <a:gridCol w="794065"/>
                <a:gridCol w="1038393"/>
              </a:tblGrid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Pronunciation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Дуудлага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sentence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A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consolidate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/kənˈsɒlɪdeɪt/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нэгтгэх / бататгах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Consolidate all your B1 learning today.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synthesise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/ˈsɪnθɪsaɪz/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нэгтгэн дүгнэх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Synthesise what you have learned.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reflect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/rɪˈflɛkt/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эргэцүүлэн бодох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Reflect on your incredible progress.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/ˈɪntɪɡreɪt/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нэгтгэн хэрэглэх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Integrate all grammar naturally.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/ɔːˈθɛntɪk/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жинхэнэ / бодит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English is now authentic.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sophisticated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/səˈfɪstɪkeɪtɪd/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нарийн / дэвшилтэт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structures are sophisticated!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/ˈmaɪlstoʊn/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чухал үе шат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13 is your final milestone!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remarkable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/rɪˈmɑːrkəbəl/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гайхалтай / онцгой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progress has been remarkable.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accomplished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/əˈkʌmplɪʃt/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амжилт гаргасан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an accomplished learner you are!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articulate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/ɑːrˈtɪkjʊlɪt/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тодорхой / чөлөөтэй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can now articulate complex ideas.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nuanced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/ˈnjuːɑːnst/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нарийн ялгаатай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English has become more nuanced.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/prɪˈsaɪs/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нарийвчлалтай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grammar is precise and accurate.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eloquent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/ˈɛlɪkwənt/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ярианы чадвартай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speaking has become eloquent.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coherent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/koʊˈhɪərənt/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уялдаа холбоотой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writing is now coherent and fluent.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/ˈfluːənt/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чөлөөтэй ярих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are becoming truly fluent in English.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proficient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/prəˈfɪʃənt/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чадварлаг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are proficient at B1 level!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persevere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/ˌpɜːrsɪˈvɪər/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тэвчин тэсэх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have persevered for 88 days!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/trænsˈfɔːrm/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өөрчлөх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has transformed your thinking.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extraordinary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/ɪkˈstrɔːrdɪˌnɛri/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гайхалтай / онцгой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have done something extraordinary!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beyond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/biˈɒnd/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цаад / дараагийн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lies beyond B1? Everything!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219456" y="9290304"/>
            <a:ext cx="3200400" cy="219456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56032" y="9299448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Sophisticated /səˈfɪstɪkeɪtɪd/ — 5 syllables · Extraordinary /ɪkˈstrɔːrdɪˌnɛri/ — 5 syllables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— 4 үе: kun-SOL-ih-dayt. Eloquent — 3 үе: EL-uh-kwent. Articulate — 4 үе: ar-TIK-yoo-lit.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3580790" y="874166"/>
            <a:ext cx="312724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566160" y="859536"/>
            <a:ext cx="312724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566160" y="859536"/>
            <a:ext cx="3127248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566160" y="1115568"/>
            <a:ext cx="3127248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57600" y="859536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Grammar — Complete Book 3 review — all 30 days of B1 grammar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3657600" y="1124712"/>
            <a:ext cx="2999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step by step  ·  Алхам алхмаар судлаарай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648456" y="1289304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BOOK 3 REVIEW — 30 days, 30+ B1 structures: Week 10: Past Continuous · Past Simple vs PC · Present Perfect Continuous · Third Conditional · Mixed Conditionals. Week 11: Modals (must/might/can't) · Future uncertainty · Formal writing · Discourse markers · Wish + past simple. Week 12: Indirect questions · Gerunds vs Infinitives · Advanced passive · Causative have · Reported questions · Past Perfect. Week 13: Probability expressions · Academic vocabulary · Noun phrases · Concession clauses · Emphasis structures · Future Perfect. 30+ B1 structures MASTERED!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648456" y="1709928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3-ИЙН БҮРЭН ДАВТАЛТ — 30 өдөр, 30+ B1 бүтэц: 10-р долоо хоног: Past Continuous · 3rd Conditional · Mixed Conditionals. 11-р долоо хоног: Must/might/can't · Formal writing · Discourse markers · Wish. 12-р долоо хоног: Indirect questions · Gerunds · Advanced passive · Causative · Past Perfect. 13-р долоо хоног: Probability · Academic vocabulary · Noun phrases · Concession · Emphasis · Future Perfect. 30+ B1 бүтэц ЭЗЭМШСЭН!</a:t>
            </a:r>
            <a:endParaRPr lang="en-US" sz="7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39312" y="2075688"/>
          <a:ext cx="2980944" cy="914400"/>
        </p:xfrm>
        <a:graphic>
          <a:graphicData uri="http://schemas.openxmlformats.org/drawingml/2006/table">
            <a:tbl>
              <a:tblPr/>
              <a:tblGrid>
                <a:gridCol w="417332"/>
                <a:gridCol w="417332"/>
                <a:gridCol w="536570"/>
                <a:gridCol w="536570"/>
                <a:gridCol w="536570"/>
                <a:gridCol w="536570"/>
              </a:tblGrid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+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−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 Continuous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was/were + -ing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was studying when she called.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were you doing?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арын үйлдэл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Future Perfect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 have + p.p.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Day 90, I'll have finished.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 you have finished?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ирээдүйн дуусах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Emphasis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 love IS...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 love IS the journey.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it that you love?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онцлон бүтэц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Concession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Although + clause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Although it was hard, I succeeded.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буултын хэсэг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 Cond.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had → would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I'd studied, I'd be fluent now.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Would you be fluent?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холимог нөхцөлт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35" name="Shape 31"/>
          <p:cNvSpPr/>
          <p:nvPr/>
        </p:nvSpPr>
        <p:spPr>
          <a:xfrm>
            <a:off x="3639312" y="3273552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657600" y="3273552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  Key Forms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3639312" y="3438144"/>
            <a:ext cx="2980944" cy="274320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657600" y="3465576"/>
            <a:ext cx="16395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3 Complete Toolkit: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10: was/were+-ing · had+p.p. · have been+-ing · Conditionals 3 &amp; Mixed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11: must/might/can't · formal writing · discourse markers · wish+PS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12: Could you tell me where · enjoy+-ing · have+obj+p.p. · asked where · had+p.p.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13: It is likely that · academic vocabulary · noun phrases · although · What I love IS · will have+p.p.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5297119" y="3465576"/>
            <a:ext cx="13116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3 бүрэн хэрэгсэл: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дүрмийн бүтэц · 600+ шинэ үг · Бүх 4 чадвар дадлагасан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 B1 түвшинд хүрсэн!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3639312" y="3749040"/>
            <a:ext cx="2980944" cy="1645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657600" y="3749040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Rules &amp; Usage</a:t>
            </a:r>
            <a:endParaRPr lang="en-US" sz="800" dirty="0"/>
          </a:p>
        </p:txBody>
      </p:sp>
      <p:sp>
        <p:nvSpPr>
          <p:cNvPr id="42" name="Shape 38"/>
          <p:cNvSpPr/>
          <p:nvPr/>
        </p:nvSpPr>
        <p:spPr>
          <a:xfrm>
            <a:off x="3639312" y="3913632"/>
            <a:ext cx="2980944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657600" y="394106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B8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WASN'T sleeping · I HADN'T eaten · She CAN'T HAVE known · I WISH I WEREN'T · By then I WON'T HAVE finished · Although it WASN'T easy · What I DON'T love IS...
</a:t>
            </a:r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were you doing? · HAD you eaten? · WOULD you have passed? · COULD you tell me WHERE? · WILL you have finished BY THEN? · WHAT IS IT THAT you love?</a:t>
            </a:r>
            <a:endParaRPr lang="en-US" sz="800" dirty="0"/>
          </a:p>
        </p:txBody>
      </p:sp>
      <p:sp>
        <p:nvSpPr>
          <p:cNvPr id="44" name="Shape 40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Grammar Tip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solidFill>
            <a:srgbClr val="B83030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Common Mistakes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3639312" y="4425696"/>
            <a:ext cx="1463040" cy="2144817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666744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3 — 4 weeks of B1: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Week 10: Past tenses + all conditionals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Week 11: Modals + formal + discourse + wish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Week 12: Questions + gerunds + passive + perfect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Week 13: Academic + probability + emphasis + FP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them ALL naturally in Days 89 and 90!</a:t>
            </a:r>
            <a:endParaRPr lang="en-US" sz="780" dirty="0"/>
          </a:p>
        </p:txBody>
      </p:sp>
      <p:sp>
        <p:nvSpPr>
          <p:cNvPr id="50" name="Shape 46"/>
          <p:cNvSpPr/>
          <p:nvPr/>
        </p:nvSpPr>
        <p:spPr>
          <a:xfrm>
            <a:off x="5138928" y="4425696"/>
            <a:ext cx="1463040" cy="2144817"/>
          </a:xfrm>
          <a:prstGeom prst="rect">
            <a:avLst/>
          </a:prstGeom>
          <a:solidFill>
            <a:srgbClr val="FDECEA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5166360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 was study all evening.  ✅ I was STUDYING.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She asked where was I.  ✅ She asked where I WAS. (no inversion!)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 enjoy to study.  ✅ I enjoy STUDYING. (gerund!)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By 2030, I will finish.  ✅ By 2030, I WILL HAVE FINISHED. (Future Perfect!)</a:t>
            </a:r>
            <a:endParaRPr lang="en-US" sz="780" dirty="0"/>
          </a:p>
        </p:txBody>
      </p:sp>
      <p:sp>
        <p:nvSpPr>
          <p:cNvPr id="52" name="Shape 48"/>
          <p:cNvSpPr/>
          <p:nvPr/>
        </p:nvSpPr>
        <p:spPr>
          <a:xfrm>
            <a:off x="3639312" y="6607089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3657600" y="6607089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Quick Practice</a:t>
            </a:r>
            <a:endParaRPr lang="en-US" sz="850" dirty="0"/>
          </a:p>
        </p:txBody>
      </p:sp>
      <p:sp>
        <p:nvSpPr>
          <p:cNvPr id="54" name="Shape 50"/>
          <p:cNvSpPr/>
          <p:nvPr/>
        </p:nvSpPr>
        <p:spPr>
          <a:xfrm>
            <a:off x="3639312" y="6771681"/>
            <a:ext cx="2980944" cy="2902671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6799113"/>
          <a:ext cx="2944368" cy="914400"/>
        </p:xfrm>
        <a:graphic>
          <a:graphicData uri="http://schemas.openxmlformats.org/drawingml/2006/table">
            <a:tbl>
              <a:tblPr/>
              <a:tblGrid>
                <a:gridCol w="1472184"/>
                <a:gridCol w="1472184"/>
              </a:tblGrid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I _____ studying when she called. (was — Past Continuous)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By Day 90, I _____ have mastered B1! (will — FP)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She asked where I _____. (lived — reported Q)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_____ I love about English is the connections. (What)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If I _____ studied, I'd be fluent now. (had — mixed cond.)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_____ it was hard, I never gave up. (Although)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I _____ my hair cut this morning. (had — causative)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 It is _____ that I love most — the journey! (the journey — emphasis)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</a:tbl>
          </a:graphicData>
        </a:graphic>
      </p:graphicFrame>
      <p:sp>
        <p:nvSpPr>
          <p:cNvPr id="56" name="Text 51"/>
          <p:cNvSpPr/>
          <p:nvPr/>
        </p:nvSpPr>
        <p:spPr>
          <a:xfrm>
            <a:off x="3666744" y="934113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Answers: 1-was · 2-lived · 3-had · 4-had · 5-will · 6-What · 7-Although · 8-the journey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Book 3 · Дэвшилтэт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88 · ӨДӨР 88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Speaking  ·  Унших ба Ярих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Page 2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B1 Level  ·  Book 3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86537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Reading Passage / Унших дасгал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= today's vocab · Read aloud at least twice!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380744"/>
          </a:xfrm>
          <a:prstGeom prst="rect">
            <a:avLst/>
          </a:prstGeom>
          <a:solidFill>
            <a:srgbClr val="EBF5F0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" y="1069848"/>
            <a:ext cx="62362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1A3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 and Sarnai reflect on their 88-day journey. 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 says: "When 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starting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Day 1, 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had never imagined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 would come this far.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4A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 love most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is that this journey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 been about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more than grammar — it has been about growing as a person." Sarnai adds: "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4A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Although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there were difficult days,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 wish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is that 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had started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even earlier!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likely that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by tomorrow we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will have reviewed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everything. And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certain that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by Day 90, a remarkable milestone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will have been reached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thing that matters most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is not where you started — it is how far you have come!"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79222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551176"/>
            <a:ext cx="3218688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07208"/>
            <a:ext cx="3218688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Key Phrases &amp; Translation / Гол хэллэг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Цээжил! · Memorize these phrases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2971800"/>
          <a:ext cx="3108960" cy="914400"/>
        </p:xfrm>
        <a:graphic>
          <a:graphicData uri="http://schemas.openxmlformats.org/drawingml/2006/table">
            <a:tbl>
              <a:tblPr/>
              <a:tblGrid>
                <a:gridCol w="1057046"/>
                <a:gridCol w="1057046"/>
                <a:gridCol w="994867"/>
              </a:tblGrid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Phrase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 / Монгол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Grammar Note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was studying when she called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залгах үед суралцаж байсан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 Continuous + when + PS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asked where I lived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хаана амьдардагийг асуусан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Reported Question + tense shift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 had studied, I'd be fluent now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Сурсан байсан бол одоо чөлөөтэй байх байсан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 Conditional Type 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had my hair cut this morning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Өглөө үсээ засуулсан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Causative have + object + p.p.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 love most IS the journey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Хамгийн таалагддаг зүйл бол аялал өөрөө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Emphasis — What I love IS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Day 90, I will have mastered B1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90-р өдөр болоход B1 эзэмшсэн байх болно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Future Perfect + by + time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55117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0720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🗣️  Speaking Practice / Ярих дасгал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566160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— don't write, just speak!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557016" y="297180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in English — do not write, just speak!
</a:t>
            </a:r>
            <a:pPr indent="0" marL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Англиар ЧАНГААР хариулаарай — бичихгүй, зөвхөн ярь!</a:t>
            </a:r>
            <a:endParaRPr lang="en-US" sz="8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64408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 Describe something you were doing when this course started. (Past Continuous!)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 What had you already learned before Book 3? (Past Perfect!)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 If you had started English earlier, what would be different? (Mixed Conditional!)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 What will you have achieved by Day 90? (Future Perfect!)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 What is it that you love most about English? (Emphasis!)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 Although the course has been challenging, what has made it worthwhile?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179222" y="4467758"/>
            <a:ext cx="6528816" cy="511149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64592" y="4453128"/>
            <a:ext cx="6528816" cy="5111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164592" y="445312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64592" y="470916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256032" y="44531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 Role Play / Дүрд тоглох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256032" y="471830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Найзтайгаа дадлагал · Repeat until it sounds natural!</a:t>
            </a:r>
            <a:endParaRPr lang="en-US" sz="750" dirty="0"/>
          </a:p>
        </p:txBody>
      </p:sp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37744" y="4873752"/>
          <a:ext cx="6382512" cy="914400"/>
        </p:xfrm>
        <a:graphic>
          <a:graphicData uri="http://schemas.openxmlformats.org/drawingml/2006/table">
            <a:tbl>
              <a:tblPr/>
              <a:tblGrid>
                <a:gridCol w="3191256"/>
                <a:gridCol w="3191256"/>
              </a:tblGrid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What were you doing before you started Book 1?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 was struggling with basic English and wishing I could speak fluently.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What had you already studied before Book 3?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 had learned A1 and A2 — but B1 has been the biggest challenge!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If you had studied English from childhood, where would you be?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It is likely I would have been fluent by age 15!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What will you have accomplished by Day 90?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 will have mastered 40+ B1 grammar structures and 1,800 words!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What is it that you love most about this course?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What I love most is the way it has changed how I see the world.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Although it has been hard, has it been worth it?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Every single day has been worth it. I wouldn't have it any other way!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Shape 40"/>
          <p:cNvSpPr/>
          <p:nvPr/>
        </p:nvSpPr>
        <p:spPr>
          <a:xfrm>
            <a:off x="237744" y="9381744"/>
            <a:ext cx="63825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292608" y="9390888"/>
            <a:ext cx="6272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B1 Tip: You have learned ALL 30 days of Book 3! This review is your final consolidation. By tomorrow, you will have mastered every core B1 grammar structure. Be proud — you have earned every word of it!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Book 3 · Дэвшилтэт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88 · ӨДӨР 88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· Practice · Homework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Page 3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B1 Level  ·  Book 3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95681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🎧  Listening Script / Сонсох текст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10 questions WITHOUT looking at the text!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481328"/>
          </a:xfrm>
          <a:prstGeom prst="rect">
            <a:avLst/>
          </a:prstGeom>
          <a:solidFill>
            <a:srgbClr val="F4F8FC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1069848"/>
            <a:ext cx="62727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3 final review! Past Continuous!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was walking to school this morning, thinking about everything I've learned in 88 days!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Perfect!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tomorrow, I will have completed 89 days of the most transformative course of my life!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Emphasis structure!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thing that strikes me most is how English has become part of who I am — not just something I study!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Conditional!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hadn't found this course, I would still be wishing I could speak English — instead of actually speaking it!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— naturally and beautifully. You are both B1. Tomorrow is graduation!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79222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642616"/>
            <a:ext cx="3218688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98648"/>
            <a:ext cx="321868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Comprehension Questions (10)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90779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best answer.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063240"/>
          <a:ext cx="3090672" cy="914400"/>
        </p:xfrm>
        <a:graphic>
          <a:graphicData uri="http://schemas.openxmlformats.org/drawingml/2006/table">
            <a:tbl>
              <a:tblPr/>
              <a:tblGrid>
                <a:gridCol w="247254"/>
                <a:gridCol w="1236269"/>
                <a:gridCol w="1607149"/>
              </a:tblGrid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was Bat doing this morning?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studying at home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walking to school, thinking about what he'd learned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sleeping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Future Perfect does Sarnai give?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she will finish by Day 90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she will have completed 89 days by tomorrow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she will have mastered English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emphasis structure does Bat use?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What I love IS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It is...that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The thing that strikes me IS that English has become part of who I am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Mixed Conditional does Sarnai give?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If I had started earlier, I would be better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If I hadn't found this course, I would still be wishing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If I were smarter, I would have started earlier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type of Mixed Conditional is Sarnai's sentence?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Type 1: past → present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Third Conditional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Type 2: present → past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teacher calls their use of structures...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forced and memorised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needs improvement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natural and beautiful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the teacher say tomorrow is?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a final test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graduation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more review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teacher says they are 'B1' — this means...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almost there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they have reached B1 level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they need one more week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'By tomorrow, I will have completed 89 days' — 'by tomorrow' signals?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Past Perfect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Present Perfect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Future Perfect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'The thing that strikes me most IS...' — emphasis falls on what comes...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before IS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after IS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before THE THING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64261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9864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✏️  Grammar Practice &amp; Matching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3529584" y="3063240"/>
            <a:ext cx="3108960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557016" y="306324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blank — Book 3 review — all grammar</a:t>
            </a:r>
            <a:endParaRPr lang="en-US" sz="8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27832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I _____ studying when she called. (was — PC)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She asked where I _____. (lived — reported Q)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If I _____ studied, I'd be fluent now. (had — mixed)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I _____ my hair cut this morning. (had — causative)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By Day 90, I _____ have mastered B1! (will — FP)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_____ I love about English is the connections. (What — emphasis)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3529584" y="4478731"/>
            <a:ext cx="3108960" cy="16459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557016" y="4478731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— English → Mongolian</a:t>
            </a:r>
            <a:endParaRPr lang="en-US" sz="8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4643323"/>
          <a:ext cx="3108960" cy="914400"/>
        </p:xfrm>
        <a:graphic>
          <a:graphicData uri="http://schemas.openxmlformats.org/drawingml/2006/table">
            <a:tbl>
              <a:tblPr/>
              <a:tblGrid>
                <a:gridCol w="1616659"/>
                <a:gridCol w="1492301"/>
              </a:tblGrid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Past Continuous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Emphasis structure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Future Perfect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Reported question (no inversion!)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The thing that... IS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was/were + -ing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She asked where 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will have + p.p.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Although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 Concession clause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41" name="Shape 36"/>
          <p:cNvSpPr/>
          <p:nvPr/>
        </p:nvSpPr>
        <p:spPr>
          <a:xfrm>
            <a:off x="179222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164592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164592" y="5916168"/>
            <a:ext cx="2115312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64592" y="6172200"/>
            <a:ext cx="21153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256032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Homework / Гэрийн даалгавар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256032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Маргааш болохоос өмнө дуусга</a:t>
            </a:r>
            <a:endParaRPr lang="en-US" sz="750" dirty="0"/>
          </a:p>
        </p:txBody>
      </p:sp>
      <p:sp>
        <p:nvSpPr>
          <p:cNvPr id="47" name="Text 42"/>
          <p:cNvSpPr/>
          <p:nvPr/>
        </p:nvSpPr>
        <p:spPr>
          <a:xfrm>
            <a:off x="256032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Writing: Write a paragraph using every grammar area from Book 3: PC, FP, emphasis, concession, mixed conditional, causative, reported question.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Vocabulary: Review ALL 600 words from Book 3 (Days 61-88) — you have an extraordinary vocabulary!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Speaking: Record a 3-minute speech about your 90-day English journey — use EVERY B1 structure naturally.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🎉 Book 3 Week 13 complete! Tomorrow: FREE CONVERSATION. Day 90: B1 GRADUATION! 🎓
</a:t>
            </a:r>
            <a:endParaRPr lang="en-US" sz="950" dirty="0"/>
          </a:p>
        </p:txBody>
      </p:sp>
      <p:sp>
        <p:nvSpPr>
          <p:cNvPr id="48" name="Shape 43"/>
          <p:cNvSpPr/>
          <p:nvPr/>
        </p:nvSpPr>
        <p:spPr>
          <a:xfrm>
            <a:off x="2385974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2371344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2371344" y="5916168"/>
            <a:ext cx="2115312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2371344" y="6172200"/>
            <a:ext cx="2115312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2462784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Answer Key / Хариулт</a:t>
            </a:r>
            <a:endParaRPr lang="en-US" sz="1050" dirty="0"/>
          </a:p>
        </p:txBody>
      </p:sp>
      <p:sp>
        <p:nvSpPr>
          <p:cNvPr id="53" name="Text 48"/>
          <p:cNvSpPr/>
          <p:nvPr/>
        </p:nvSpPr>
        <p:spPr>
          <a:xfrm>
            <a:off x="2462784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honestly!</a:t>
            </a:r>
            <a:endParaRPr lang="en-US" sz="750" dirty="0"/>
          </a:p>
        </p:txBody>
      </p:sp>
      <p:sp>
        <p:nvSpPr>
          <p:cNvPr id="54" name="Text 49"/>
          <p:cNvSpPr/>
          <p:nvPr/>
        </p:nvSpPr>
        <p:spPr>
          <a:xfrm>
            <a:off x="2462784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blanks: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1-was · 2-lived · 3-had · 4-had · 5-will · 6-What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 · 2-D · 3-A · 4-B · 5-E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(1–10):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 · 2-b · 3-c · 4-b · 5-a
6-c · 7-b · 8-b · 9-c · 10-b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lnSpc>
                <a:spcPct val="195000"/>
              </a:lnSpc>
              <a:buNone/>
            </a:pPr>
            <a:r>
              <a:rPr lang="en-US" sz="8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help you learn!</a:t>
            </a:r>
            <a:endParaRPr lang="en-US" sz="900" dirty="0"/>
          </a:p>
        </p:txBody>
      </p:sp>
      <p:sp>
        <p:nvSpPr>
          <p:cNvPr id="55" name="Shape 50"/>
          <p:cNvSpPr/>
          <p:nvPr/>
        </p:nvSpPr>
        <p:spPr>
          <a:xfrm>
            <a:off x="4592726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4578096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4578096" y="5916168"/>
            <a:ext cx="2115312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4578096" y="6172200"/>
            <a:ext cx="2115312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4669536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🌟  Day 88 Complete!</a:t>
            </a:r>
            <a:endParaRPr lang="en-US" sz="1050" dirty="0"/>
          </a:p>
        </p:txBody>
      </p:sp>
      <p:sp>
        <p:nvSpPr>
          <p:cNvPr id="60" name="Text 55"/>
          <p:cNvSpPr/>
          <p:nvPr/>
        </p:nvSpPr>
        <p:spPr>
          <a:xfrm>
            <a:off x="4669536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completed:</a:t>
            </a:r>
            <a:endParaRPr lang="en-US" sz="750" dirty="0"/>
          </a:p>
        </p:txBody>
      </p:sp>
      <p:sp>
        <p:nvSpPr>
          <p:cNvPr id="61" name="Text 56"/>
          <p:cNvSpPr/>
          <p:nvPr/>
        </p:nvSpPr>
        <p:spPr>
          <a:xfrm>
            <a:off x="4669536" y="6345936"/>
            <a:ext cx="1969008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20 давталтын үг · 20 review words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Book 3 бүх 30+ дүрэм давтасан · All B1 structures reviewed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Батын 88-р өдрийн тухай уншсан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Дасгал · All B1 grammar mixed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Ярих дасгал · Natural B1 conversation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Сонсох · Listening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🎉 ДОЛОО ХОНОГ 13 ДУУСГАСАН! Week 13 Complete!</a:t>
            </a:r>
            <a:endParaRPr lang="en-US" sz="800" dirty="0"/>
          </a:p>
        </p:txBody>
      </p:sp>
      <p:sp>
        <p:nvSpPr>
          <p:cNvPr id="62" name="Shape 57"/>
          <p:cNvSpPr/>
          <p:nvPr/>
        </p:nvSpPr>
        <p:spPr>
          <a:xfrm>
            <a:off x="4651248" y="9253728"/>
            <a:ext cx="1969008" cy="256032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4687824" y="9262872"/>
            <a:ext cx="191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Day 89: B1 Free Conversation Day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2026-04-12T11:07:16Z</dcterms:created>
  <dcterms:modified xsi:type="dcterms:W3CDTF">2026-04-12T11:07:16Z</dcterms:modified>
</cp:coreProperties>
</file>