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77 · ӨДӨР 77</a:t>
            </a:r>
            <a:endParaRPr lang="en-US" sz="850" dirty="0"/>
          </a:p>
        </p:txBody>
      </p:sp>
      <p:sp>
        <p:nvSpPr>
          <p:cNvPr id="9" name="Shape 7"/>
          <p:cNvSpPr/>
          <p:nvPr/>
        </p:nvSpPr>
        <p:spPr>
          <a:xfrm>
            <a:off x="1335024" y="347472"/>
            <a:ext cx="4498848" cy="237744"/>
          </a:xfrm>
          <a:prstGeom prst="rect">
            <a:avLst/>
          </a:prstGeom>
          <a:solidFill>
            <a:srgbClr val="1A6A1A"/>
          </a:solidFill>
          <a:ln w="12700">
            <a:solidFill>
              <a:srgbClr val="1A6A1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Environment &amp; Nature  ·  Байгаль орчин &amp; Байгаль</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Advanced passive — present perfect passive / future passive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1A6A1A"/>
          </a:solidFill>
          <a:ln w="12700">
            <a:solidFill>
              <a:srgbClr val="1A6A1A"/>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1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1A"/>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has been planted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/hæz biːn ˈplɑːntɪd/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тарьсан байна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 million trees have been planted.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have been destroyed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biːn dɪˈstrɔɪd/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устгасан байна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Forests have been destroyed rapidly.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will be protected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biː prəˈtɛktɪd/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хамгаалах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Wildlife will be protected by new laws.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will be reduced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biː rɪˈdjuːst/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багасгах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Emissions will be reduced by 50%.</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is being polluted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/ɪz ˈbiːɪŋ pəˈluːtɪd/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бохирдуулж байна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river is being polluted by factories.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are being recycled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/ɑːr ˈbiːɪŋ ˈriːsaɪkəld/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дахин боловсруулж байна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More materials are being recycled.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has been discovered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/hæz biːn dɪˈskʌvərd/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нээсэн байна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 new species has been discovered.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will be introduced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biː ˌɪntrəˈdjuːst/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нэвтрүүлэх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New policies will be introduced soon.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carbon emissions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/ˈkɑːrbən ɪˈmɪʃənz/</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нүүрстөрөгчийн ялгаруулалт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Carbon emissions must be reduced.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renewable energy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/rɪˈnjuːəbəl ˈɛnərʤi/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сэргээгдэх эрчим хүч</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Renewable energy will be expanded.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deforestation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/ˌdiːˌfɒrɪˈsteɪʃən/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ойг огтлох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Deforestation has been increasing.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biodiversity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/ˌbaɪoʊdaɪˈvɜːrsɪti/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биологийн олон янз байдал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Biodiversity has been threatened.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extinction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/ɪkˈstɪŋkʃən/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устах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Many species are being driven to extinction.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conservation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/ˌkɒnsərˈveɪʃən/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хамгаалал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Conservation efforts have been increased.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sustainable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/səˈsteɪnəbəl/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тогтвортой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Sustainable practices will be encouraged.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climate change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/ˈklaɪmɪt tʃeɪndʒ/</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уур амьсгалын өөрчлөлт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Climate change must be addressed.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habitat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/ˈhæbɪtæt/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амьдрах орчин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Natural habitats have been destroyed.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pollution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/pəˈluːʃən/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бохирдол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Air pollution has been monitored closely.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endangered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/ɪnˈdeɪndʒərd/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аюулд орсон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Endangered species are being protected.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1A"/>
                          </a:solidFill>
                          <a:latin typeface="Calibri" pitchFamily="34" charset="0"/>
                          <a:ea typeface="Calibri" pitchFamily="34" charset="-122"/>
                          <a:cs typeface="Calibri" pitchFamily="34" charset="-120"/>
                        </a:rPr>
                        <a:t>ecosystem</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/ˈiːkoʊˌsɪstəm/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экосистем</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ecosystem has been severely damaged.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Biodiversity /ˌbaɪoʊdaɪˈvɜːrsɪti/ — 6 syllables! · Deforestation /ˌdiːˌfɒrɪˈsteɪʃən/ — 5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Biodiversity — 6 үе: by-oh-dy-ver-SIH-tee. Sustainable — 4 үе: sus-TAYN-uh-bul. Ecosystem — 4 үе: EE-koh-sis-tem.</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Advanced passive — present perfect passive / future passive</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ADVANCED PASSIVE forms: PRESENT PERFECT PASSIVE: has/have + been + past participle. 'Trees HAVE BEEN PLANTED.' 'The river HAS BEEN POLLUTED.' FUTURE PASSIVE: will + be + past participle. 'New laws WILL BE INTRODUCED.' 'Emissions WILL BE REDUCED.' PRESENT CONTINUOUS PASSIVE: is/are + being + past participle. 'The river IS BEING POLLUTED right now.' 'Species ARE BEING PROTECTED.' These forms are essential for news articles, reports, and environmental discussions.</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ДЭВШИЛТЭТ ИДЭВХГҮЙ ХЭЛБЭР: PRESENT PERFECT PASSIVE: has/have + been + past participle. 'Trees HAVE BEEN PLANTED.' FUTURE PASSIVE: will + be + past participle. 'New laws WILL BE INTRODUCED.' PRESENT CONTINUOUS PASSIVE: is/are + being + past participle. 'The river IS BEING POLLUTED right now.' Эдгээр хэлбэрүүд мэдээ, тайлан, байгаль орчны хэлэлцүүлэгт зайлшгүй хэрэгтэй.</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PP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has/have + been + p.p.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Trees have been planted.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Trees haven't been planted.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Have trees been planted?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одоо хүртэл хийгдсэн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Future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will + be + p.p.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Laws will be introduced.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Laws won't be introduced.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Will laws be introduced?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хийгдэх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Cont.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is/are + being + p.p.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The river is being polluted.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It isn't being polluted.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Is it being polluted?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одоо хийгдэж байна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Past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was/were + p.p.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The forest was destroyed.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It wasn't destroyed.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Was it destroyed?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хийгдсэн (өнгөрсөн)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Present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is/are + p.p.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Forests are protected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They aren't protected.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Are they protected?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хийгддэг (одоо)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PP Passive: has/have been + p.p. → Trees HAVE BEEN planted.</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Future Passive: will be + p.p. → Laws WILL BE introduced.</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Cont. Passive: is/are being + p.p. → Species ARE BEING protected.</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PP Passive: have/has been + past participle (дууссан үйлдэл)</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Future Passive: will be + past participle (ирээдүйд хийгдэх)</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Cont. Passive: is/are being + past participle (одоо хийгдэж байгаа)</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Trees HAVEN'T BEEN PLANTED yet. Laws WON'T BE INTRODUCED this year. The river ISN'T BEING CLEANED properly.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HAVE trees BEEN PLANTED? WILL new laws BE INTRODUCED? IS the river BEING CLEANED? HAS the species BEEN PROTECTED?</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PP Passive: have/has been + p.p. (result visible)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Future Passive: will be + p.p. (planned action)</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Cont. Passive: is/are being + p.p. (happening NOW)</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All focus on WHAT happened, not WHO did it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Perfect for news/science/environment topics!</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Trees have been plant.  ✅ Trees have been PLANTED. (past participle!)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Laws will introduced.  ✅ Laws will BE INTRODUCED. (need 'be'!)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The river is being pollute.  ✅ The river is being POLLUTED.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Have trees been planting?  ✅ Have trees been PLANTED? (past participle, not -ing!)</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A million trees _____ been planted this year. (have)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New policies _____ be introduced next month.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Many forests _____ been destroyed by fires. (have)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The river _____ being cleaned by volunteers. (is)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A new species _____ been discovered in Mongolia. (has)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_____ any laws been passed yet? (Have)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Carbon emissions _____ be reduced by 2030.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Endangered animals are _____ protected by rangers. (being)</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1-have · 2-have · 3-has · 4-will · 5-will · 6-is · 7-Have · 8-being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77 · ӨДӨР 77</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1A6A1A"/>
                </a:solidFill>
                <a:latin typeface="Georgia" pitchFamily="34" charset="0"/>
                <a:ea typeface="Georgia" pitchFamily="34" charset="-122"/>
                <a:cs typeface="Georgia" pitchFamily="34" charset="-120"/>
              </a:rPr>
              <a:t>Mongolia faces serious environmental challenges.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In recent years, significant areas of forest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have been destroyed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by fires and logging. Air quality in Ulaanbaatar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has been affected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by coal heating and vehicle emissions. However, steps are being taken. Over one million trees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planted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across the country. New renewable energy projects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launched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in the Gobi Desert. Scientists report that three new plant species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been discovered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in remote regions. The government has announced that stricter environmental laws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will be introduced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next year. Bat says: "I hope our generation will be the one where this problem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is finally solved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Trees have been planted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Мод тарьсан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present perfect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Forests have been destroyed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Ой устгасан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present perfect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New laws will be introduced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Шинэ хуулиуд нэвтрэх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future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The river is being polluted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Гол бохирдуулж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present continuous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A new species has been discovered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Шинэ зүйл нээгдсэн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present perfect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Carbon emissions will be reduced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Нүүрстөрөгчийн ялгаруулалт багасах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future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Name one environmental problem that has been getting worse in Mongolia.</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What solutions have been introduced to help the environment?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What laws do you think will be introduced in the future to protect nature?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How has Ulaanbaatar's air quality been affected recently?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Is your local area being cleaned and maintained? Describe it.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What can be done to reduce carbon emissions in Mongolia?</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Have any new environmental laws been passed recently?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Yes! New regulations have been introduced to reduce emissions.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Has the air quality in UB been improving?</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Slowly. New heating systems have been installed, but more needs to be done.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Are any rivers being cleaned up currently?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The Tuul River is being cleaned by volunteers and the government.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Will more trees be planted this year?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hope so. Last year, a million trees were planted across the country.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Has biodiversity been affected by deforestation?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Sadly, yes. Many habitats have been destroyed and species endangered.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will be done to fix this?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Conservation areas will be expanded and hunting will be restricted.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Advanced passive is everywhere in news, science, and formal writing! 'Thousands of trees HAVE BEEN planted.' 'New laws WILL BE introduced.' Using advanced passive makes your writing sound authoritative and professional.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77 · ӨДӨР 77</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advanced passive about the environment. Bat, tell me one environmental fact using present perfect passive.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Over one million trees have been planted in Mongolia in the last two years!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Excellent! Sarnai, one negative fact using present perfect passive.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Many forests in the north have been destroyed by both wildfires and illegal logging.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Good! Now give me a future passive about what will happen next.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New environmental laws will be introduced to protect these areas. And more renewable energy will be developed in the Gobi.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And what's being done RIGHT NOW — present continuous passive?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Endangered species are being protected by rangers. And the Tuul River is being monitored for pollution levels every week!</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many trees has Bat said have been planted?</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100,000</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one million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ten million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has caused forest destruction?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only wildfires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farming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wildfires and illegal logging</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will be introduced to protect forests?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more rangers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new environmental laws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new technology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will be developed in the Gobi?</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more housing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new roads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renewable energy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are rangers currently doing?</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protecting endangered species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monitoring rivers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planting trees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is the Tuul River being monitored for?</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temperature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fish levels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pollution levels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often is it monitored?</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daily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monthly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every week</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'Trees have been planted' — which passive is this?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future passive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present perfect passive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continuous passive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'Species are being protected' — which passive?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present perfect passive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past passive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continuous passive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'Laws will be introduced' — which passive?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present perfect passive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future passive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continuous passive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PP passive / future passive / continuous passive</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A million trees _____ been planted. (have)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Many forests _____ been destroyed. (have)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A new species _____ been discovered. (has)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New laws _____ be introduced soon.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The river _____ being cleaned now. (is)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_____ any laws been passed yet? (Have)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have been planted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одоо хийгдэж байна</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will be introduced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хийгдсэн байна (PP passive)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is being polluted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хийгдэх болно</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was destroyed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хийгддэг (одоо)</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is protected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хийгдсэн (өнгөрсөн)</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a short environmental news article using PP passive, future passive, and continuous passive.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5 environmental problems using passive voice and 5 solutions using future passive.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Give a 1-minute speech about Mongolia's environment — use passive voice throughout!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PP Passive: have been + p.p. · Future Passive: will be + p.p. · Cont. Passive: is/are being + p.p.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1-have · 2-have · 3-has · 4-will · 5-is · 6-Have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2-C · 3-A · 4-E · 5-D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2-c · 3-b · 4-c · 5-a
6-c · 7-c · 8-b · 9-c · 10-b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77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байгаль орчны үг · 20 environment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Advanced Passive — PP/Future/Continuous passive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Байгаль орчны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Дэвшилтэт идэвхгүй хэлбэр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78: Health &amp; Medicine — Causative have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2026-04-10T16:11:31Z</dcterms:created>
  <dcterms:modified xsi:type="dcterms:W3CDTF">2026-04-10T16:11:31Z</dcterms:modified>
</cp:coreProperties>
</file>