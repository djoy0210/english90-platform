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42 · ӨДӨР 42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Review — Comparisons &amp; Opinions  ·  6-р долоо хоногийн давталт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All Week 6 grammar — comparatives, superlatives, too/enough, prefer, adverbs, opinions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/kəmˈpɛər/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харьцуулах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Let's compare these two options.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/ˈkɒntrɑːst/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эсэргүүцэл / ялгаа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 is a big contrast between them.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/ˈsɪmɪlər/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төстэй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Their opinions are very similar.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/ˈdɪfrənt/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ялгаатай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Their tastes are quite different.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opinion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/əˈpɪnjən/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санал бодол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 has a different opinion.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/ədˈvɑːntɪdʒ/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давуу тал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advantage of English is clear.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disadvantage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/ˌdɪsədˈvɑːntɪdʒ/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сул тал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disadvantage is the cost.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/ˈsʌməri/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хураангуй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Here is a summary of the lesson.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/kənˈkluːʒən/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дүгнэлт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conclusion, English is vital.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/ˌoʊvərˈɔːl/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нийтдээ / ерөнхийдөө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Overall, I prefer English to French.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balance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/ɒn ˈbæləns/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жинлэж үзвэл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balance, this is the best choice.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/ɪmˈpruːv/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сайжруулах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grammar has improved a lot!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/ˈprəʊɡrɛs/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ахиц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made great progress this week.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fluency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/ˈfluːənsi/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чөлөөт яриа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fluency is getting better.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/ˈækjʊrəsi/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нарийвчлал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 to improve your accuracy.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/ˈkɒnfɪdəns/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итгэлтэй байдал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confidence has grown a lot.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/əˈtʃiːvmənt/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амжилт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week was a big achievement!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/rɪˈvjuː/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давталт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It's review time — let's go!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/ˈmɑːstər/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эзэмших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you mastered comparatives?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/skɪl/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дадлага / ур чадвар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Comparing is an important skill.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Advantage /ədˈvɑːntɪdʒ/ — stress on 2nd syllable · Conclusion /kənˈkluːʒən/ — 3 syllables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— 2-р үе: ad-VAN-tij. Disadvantage — 4 үе: dis-ad-VAN-tij. Conclusion — 3 үе: kun-KLOO-zhun.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All Week 6 grammar — comparatives, superlatives, too/enough, prefer, adverbs, opinions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FULL REVIEW: 1) Comparatives: taller than / more beautiful than / better than. 2) Superlatives: the tallest / the most beautiful / the best. 3) Too/Enough: too hot / not big enough / too many people. 4) Would rather/Prefer: I'd rather stay / I prefer tea to coffee. 5) Adverbs: she speaks well / he works hard / she drives carefully. 6) Opinions: I think / I believe / In my opinion + because + example.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7-р долоо хоногийн БҮРЭН ДАВТАЛТ: 1) Харьцуулах: taller than / more beautiful than. 2) Superlative: the tallest / the best. 3) Too/Enough: too hot / not big enough. 4) Would rather/Prefer: I'd rather stay / I prefer tea. 5) Adverbs: speaks well / works hard. 6) Opinions: I think / In my opinion + because + example. Та бүгдийг суралцсан!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-er/more+than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is taller THAN me.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taller than me.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is taller?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Харьцуулах (2 зүйл)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Superlative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the+est/most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THE TALLEST.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the tallest.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is the tallest?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Хамгийн ... (бүгдтэй)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Too/Enough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too+adj/adj+enough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hot. Big enough.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big enough.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hot? Big enough?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Хэтэрхий/Хангалттай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Prefer/Rather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prefer+to/I'd rather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prefer tea to coffee.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I'd rather not go.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you rather go?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Давуу байдал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adj→adverb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speaks well.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doesn't speak well.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she speak?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Яаж (тодотгол)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 / Товчилсон хэлбэр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key forms: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taller than · the tallest · too hot · big enough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I'd rather · prefer...to · speaks well · in my opinion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7-р долоо хоногийн товчилсон хэлбэрүүд: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I'd rather = I would rather · adj+er/more · the+adj+est · well (not goodly!)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 / Дүрэм &amp; Хэрэглэгдэх хүрээ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TALLER than · NOT THE TALLEST · NOT BIG ENOUGH · I'D RATHER NOT · DOESN'T SPEAK WELL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taller? / WHAT is the best? / IS IT BIG ENOUGH? / WOULD YOU RATHER? / HOW does she speak?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Comparative = 2 things: taller THAN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Superlative = all: THE tallest (always THE!)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 = problem BEFORE adj · Enough = AFTER adj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I'd rather + base verb (no 'to'!)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good→well · hard→hard (no -ly!)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He is more tall than me.  ✅ He is TALLER than me.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She is the most tallest.  ✅ She is THE TALLEST.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am agree.  ✅ I AGREE. (no 'am'!)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She speaks English good.  ✅ She speaks English WELL.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He is _____ than his brother. (tall)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I'd rather _____ home tonight. (stay)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She is _____ singer in Mongolia. (popular)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She speaks English _____ now. (good→well)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This is _____ hot to drink. (too)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_____ my opinion, English is vital. (In)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The room is not big _____. (enough)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My English is _____ than last month. (good→better)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1-taller · 2-the most popular · 3-too · 4-enough · 5-stay · 6-well · 7-In · 8-better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42 · ӨДӨР 42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A3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6 is complete!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 Bat and Sarnai learned how to compare people and things using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comparatives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like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'taller than'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superlatives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like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'the most beautiful'.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They also learned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'too'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'enough'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describe problems and solutions. They practised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preferences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'I'd rather'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'I prefer'.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They discovered how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0D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adverbs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like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0D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'well'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0D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'carefully'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describe HOW we do things. And finally they learned to give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opinions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confidently: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'In my opinion, English is the most useful skill I have ever learned!'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is taller than 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надаас илүү өндөр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comparative + than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the most beautiful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хамгийн үзэсгэлэнтэй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+ superlative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too hot to drink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Уухад хэтэрхий халуун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+ adj + to + verb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I'd rather stay home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гэртээ байхыг илүүд үзнэ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I'd rather + base verb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speaks English well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англиар сайн ярьдаг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adverb: good → well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my opinion, English is vital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Миний бодлоор, англи хэл чухал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opinion phrase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What is the most important thing you learned in Week 6?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Compare yourself now to Day 36 — how have you improved?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In your opinion, which grammar from Week 6 is the most difficult?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Would you rather review Week 6 again or start Week 7?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What is the best way to remember comparative and superlative adjectives?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Give your opinion on this: 'Comparing yourself to others is bad.' Do you agree?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Which topic in Week 6 was the most interesting?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In my opinion, comparatives were the most useful.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Really? I found superlatives the most fun!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That's a good point. 'The most beautiful' sounds great!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Which was the most difficult for you?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Too and enough! I always forget which comes first.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Me too! Remember: TOO before, ENOUGH after.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Oh yes! The room is too small / not big enough.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How well can you use comparatives now?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Better than before! But I need more practice.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In my opinion, you are improving quickly.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Thank you! I'd rather improve slowly but correctly!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A2 Tip: At A2 level, give full answers with comparisons! Don't say 'yes' — say 'Yes, Seoul is bigger than Ulaanbaatar because...'  ·  Харьцуулах үгс хэрэглэж дэлгэрэнгүй хариулт өг!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42 · ӨДӨР 42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review time! Let's test everything. Bat, compare Ulaanbaatar to a smaller city using comparatives.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Ulaanbaatar is bigger than Darkhan, more crowded, and has more opportunities. But Darkhan is quieter and cleaner!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Excellent! Sarnai, what is the best thing about Mongolia using a superlative?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my opinion, the most beautiful thing is our nature. The Gobi is the most unique landscape I have ever seen!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rather live in Mongolia or abroad?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rather live in Mongolia. It is not as modern as Seoul, but it is unique and my home!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Wonderful! You have both used comparatives, superlatives, opinions, and preferences perfectly. Week 6 is complete!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compare Ulaanbaatar to?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Seoul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Erdenet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Darkhan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city is quieter?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Ulaanbaatar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Darkhan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they are the same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Sarnai say is the most beautiful?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 people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 food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Mongolia's nature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Sarnai say about the Gobi?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 coldest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 most unique landscape she's seen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 largest in the world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Bat rather live in Mongolia or abroad?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abroad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in Mongolia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doesn't matter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Bat describe Mongolia vs Seoul?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more modern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not as modern as Seoul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much bigger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teacher say at the end?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study more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Week 6 is complete!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start Week 7 now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grammar from Week 6 did the teacher test?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comparatives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all of Week 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superlatives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'Would you rather live in Mongolia?' — after 'rather' we use...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living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to live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live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'In my opinion' is used to...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ask a 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express a personal view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compare two things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Week 6 mixed grammar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He is _____ than his brother. (tall)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She is _____ singer in Mongolia. (popular)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This coffee is _____ hot! (too)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I'd rather _____ home. (stay)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She speaks English _____ now. (good→well)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_____ my opinion, English is vital. (In)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comparative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хамгийн ... (бүгдтэй)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superlative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санал бодол илэрхийлэх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too/enough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харьцуулах (2 зүйл)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adverb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хэтэрхий/хангалттай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opinion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яаж хийхийг тайлбарлах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a paragraph comparing two cities or countries using at least 5 different Week 6 structures.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Review ALL 140 words from Week 6 (Days 36-42) — test yourself!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Record yourself giving your opinion on this: 'Is social media good or bad for students?'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🎉 Week 6 complete! Next: Week 7 — Daily Life, Habits, Conditionals!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1-taller · 2-the most popular · 3-too · 4-stay · 5-well · 6-In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2-A · 3-D · 4-E · 5-B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2-b · 3-c · 4-b · 5-b
6-b · 7-b · 8-b · 9-c · 10-b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42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давталтын үг · 20 review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7-р долоо хоногийн бүх дүрэм · All Week 6 grammar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Давталтын текст уншсан · Read review passage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Mixed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with all Week 6 grammar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🎉 ДОЛОО ХОНОГ 6 ДУУСГАСАН! Week 6 Complete!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43: Morning Routines &amp; Reflexive Pronouns (Week 7)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2026-04-04T03:09:24Z</dcterms:created>
  <dcterms:modified xsi:type="dcterms:W3CDTF">2026-04-04T03:09:24Z</dcterms:modified>
</cp:coreProperties>
</file>