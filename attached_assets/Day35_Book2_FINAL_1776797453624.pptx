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A2 · Book 2 · Дунд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20-25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35 · ӨДӨР 35</a:t>
            </a:r>
            <a:endParaRPr lang="en-US" sz="850" dirty="0"/>
          </a:p>
        </p:txBody>
      </p:sp>
      <p:sp>
        <p:nvSpPr>
          <p:cNvPr id="9" name="Shape 7"/>
          <p:cNvSpPr/>
          <p:nvPr/>
        </p:nvSpPr>
        <p:spPr>
          <a:xfrm>
            <a:off x="1335024" y="347472"/>
            <a:ext cx="4498848" cy="237744"/>
          </a:xfrm>
          <a:prstGeom prst="rect">
            <a:avLst/>
          </a:prstGeom>
          <a:solidFill>
            <a:srgbClr val="1A3A6A"/>
          </a:solidFill>
          <a:ln w="12700">
            <a:solidFill>
              <a:srgbClr val="1A3A6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Week 5 Review — Present Perfect vs Past Simple  ·  5-р долоо хоногийн давталт</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A2 Level  ·  Book 2</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Present Perfect vs Past Simple — when to use each tense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1A3A6A"/>
          </a:solidFill>
          <a:ln w="12700">
            <a:solidFill>
              <a:srgbClr val="1A3A6A"/>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6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6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6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6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6A"/>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difference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/ˈdɪfrəns/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ялгаа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What is the difference between them?</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specific</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/spɪˈsɪfɪk/</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тодорхой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Give me a specific time.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unspecified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/ʌnˈspɛsɪfaɪd/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тодорхойгүй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At an unspecified time.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recently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/ˈriːsəntli/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сүүлийн үед</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recently started running.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ago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/əˈɡoʊ/</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өмнө</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went there three years ago.</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last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/lɑːst/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өнгөрсөн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visited Japan last summer.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just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/dʒʌst/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дөнгөж саяхан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just finished my homework.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yet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/jɛt/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одоо хүртэл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Have you finished yet?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already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/ɔːlˈrɛdi/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аль хэдийн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already eaten.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ever</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/ˈɛvər/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хэзээ нэгэн цагт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Have you ever tried sushi?</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never</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/ˈnɛvər/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хэзээ ч ... биш</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never been to Europe.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yesterday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/ˈjɛstərdeɪ/</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өчигдөр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went there yesterday.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last week</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/lɑːst wiːk/</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өнгөрсөн долоо хоног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visited last week.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in 2020</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/ɪn tuː θaʊzənd ˈtwɛnti/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2020 онд</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He graduated in 2020.</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when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/wɛn/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хэзээ</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When did you go? — Past Simple!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how long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/haʊ lɒŋ/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хэр удаан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How long have you lived 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compare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/kəmˈpɛər/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харьцуулах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Let's compare the two tenses.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tense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/tɛns/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цаг (дүрмийн)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Which tense should I use?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signal word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/ˈsɪɡnəl wɜːrd/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дохио үг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'Yesterday' is a Past Simple signal word.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3A6A"/>
                          </a:solidFill>
                          <a:latin typeface="Calibri" pitchFamily="34" charset="0"/>
                          <a:ea typeface="Calibri" pitchFamily="34" charset="-122"/>
                          <a:cs typeface="Calibri" pitchFamily="34" charset="-120"/>
                        </a:rPr>
                        <a:t>review</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/rɪˈvjuː/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давталт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Today is our Week 5 review!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Specific /spɪˈsɪfɪk/ — stress on 2nd syllable · Difference /ˈdɪfrəns/ — 3 syllables: DIF-rence</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Already — 3 үе: awl-RED-ee. Recently — 3 үе: REE-sent-lee. Unspecified — 4 үе: un-SPES-ih-fyd.</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Present Perfect vs Past Simple — when to use each tense</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KEY RULE: Use PRESENT PERFECT when there is NO specific time (experience, recent events, continuing situations). Use PAST SIMPLE when there IS a specific time (yesterday, last year, in 2020, when I was 6). Signal words for Present Perfect: ever, never, already, yet, just, recently, for, since. Signal words for Past Simple: yesterday, last week, ago, in [year], when.</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ГОЛ ДҮРЭМ: PRESENT PERFECT — тодорхой цаг БАЙХГҮЙ үед (туршлага, саяхан болсон зүйл, үргэлжилж буй нөхцөл байдал). PAST SIMPLE — тодорхой цаг БАЙГАА үед (yesterday, last year, in 2020, when I was 6). PP дохио үгс: ever, never, already, yet, just, recently, for, since. PS дохио үгс: yesterday, last week, ago, in [year].</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298094"/>
                <a:gridCol w="566379"/>
                <a:gridCol w="596189"/>
                <a:gridCol w="596189"/>
                <a:gridCol w="50676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Verb</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Positive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Negative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PP — experience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no time given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have been to Seoul.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Have you ever been to Seoul?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Тодорхой цаг байхгүй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PS — specific time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time given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went to Seoul last year.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When did you go to Seoul?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Тодорхой цаг байгаа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PP — recent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just/recently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have just eaten.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Have you eaten yet?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Саяхан болсон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PS — finished past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yesterday/ago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ate at 7pm yesterday.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What did you eat?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Дууссан үйлдэл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PP — continuing</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b="1" dirty="0">
                          <a:solidFill>
                            <a:srgbClr val="6B3FA0"/>
                          </a:solidFill>
                          <a:latin typeface="Calibri" pitchFamily="34" charset="0"/>
                          <a:ea typeface="Calibri" pitchFamily="34" charset="-122"/>
                          <a:cs typeface="Calibri" pitchFamily="34" charset="-120"/>
                        </a:rPr>
                        <a:t>for/since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have lived here since 2010.</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How long have you lived 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Одоо хүртэл үргэлжилж буй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 / Товчилсон хэлбэр</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PP: I've been · She's eaten · They've lived · I haven't · She hasn't</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PS: I went · She ate · They lived · I didn't · She didn't</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PP — I've been (no time) · PS — I went last year (specific time)</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Дохио үгсэд анхаар: ever/never/already/yet = PP · yesterday/ago/last year = PS</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Negatives &amp; Questions</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 Negative: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PP: I HAVEN'T been to Tokyo. / PS: I DIDN'T GO to Tokyo last year.
PP: She HASN'T eaten yet. / PS: She DIDN'T EAT yesterday.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 Question: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PP: HAVE you ever BEEN? / PS: Did you GO last year? When DID you go?</a:t>
            </a:r>
            <a:endParaRPr lang="en-US" sz="800" dirty="0"/>
          </a:p>
          <a:p>
            <a:pPr indent="0" marL="0">
              <a:lnSpc>
                <a:spcPct val="130000"/>
              </a:lnSpc>
              <a:buNone/>
            </a:pPr>
            <a:r>
              <a:rPr lang="en-US" sz="800" dirty="0">
                <a:solidFill>
                  <a:srgbClr val="1A2A3A"/>
                </a:solidFill>
                <a:latin typeface="Calibri" pitchFamily="34" charset="0"/>
                <a:ea typeface="Calibri" pitchFamily="34" charset="-122"/>
                <a:cs typeface="Calibri" pitchFamily="34" charset="-120"/>
              </a:rPr>
              <a:t>PP: How LONG have you lived? / PS: WHEN did you move?</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No time = Present Perfect: 'I have eaten sushi.'</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Specific time = Past Simple: 'I ate sushi in 2022.'</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'When?' question = ALWAYS Past Simple!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'How long?' question = ALWAYS Present Perfect!</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have been there last year.  ✅ I WENT there last year. (specific!)</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Did you ever eat sushi?  ✅ HAVE you ever eaten sushi?</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When have you gone?  ✅ WHEN DID you go? (when = Past Simple!)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lived here since 2010.  ✅ I HAVE LIVED here since 2010.</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 — Fill in the blank</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I _____ to Seoul last year. (went — specific time)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_____ you ever eaten sushi? (Have — experience)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I _____ to Seoul before. (have been — no time)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I _____ my homework yet. (haven't done — not yet)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She _____ English since 2023. (has studied — since)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She _____ English last night. (studied — specific)</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He _____ a horse when he was young. (rode — when)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Have you _____ a horse? (ever ridden — experience)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1-went · 2-have been · 3-has studied · 4-rode · 5-Have · 6-haven't done · 7-studied · 8-ever ridden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A2 · Book 2 · Дунд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20-25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35 · ӨДӨР 35</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A2 Level  ·  Book 2</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 · Дор хаяж 2 удаа чангаар уншаарай!</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1A3A6A"/>
                </a:solidFill>
                <a:latin typeface="Georgia" pitchFamily="34" charset="0"/>
                <a:ea typeface="Georgia" pitchFamily="34" charset="-122"/>
                <a:cs typeface="Georgia" pitchFamily="34" charset="-120"/>
              </a:rPr>
              <a:t>Today is the big review!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Let's compare the two tenses. Bat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has been</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to many places in Mongolia — he </a:t>
            </a:r>
            <a:pPr indent="0" marL="0">
              <a:lnSpc>
                <a:spcPct val="155000"/>
              </a:lnSpc>
              <a:buNone/>
            </a:pPr>
            <a:r>
              <a:rPr lang="en-US" sz="950" b="1" dirty="0">
                <a:solidFill>
                  <a:srgbClr val="8B1A4A"/>
                </a:solidFill>
                <a:latin typeface="Georgia" pitchFamily="34" charset="0"/>
                <a:ea typeface="Georgia" pitchFamily="34" charset="-122"/>
                <a:cs typeface="Georgia" pitchFamily="34" charset="-120"/>
              </a:rPr>
              <a:t>went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to the Gobi </a:t>
            </a:r>
            <a:pPr indent="0" marL="0">
              <a:lnSpc>
                <a:spcPct val="155000"/>
              </a:lnSpc>
              <a:buNone/>
            </a:pPr>
            <a:r>
              <a:rPr lang="en-US" sz="950" b="1" dirty="0">
                <a:solidFill>
                  <a:srgbClr val="8B1A4A"/>
                </a:solidFill>
                <a:latin typeface="Georgia" pitchFamily="34" charset="0"/>
                <a:ea typeface="Georgia" pitchFamily="34" charset="-122"/>
                <a:cs typeface="Georgia" pitchFamily="34" charset="-120"/>
              </a:rPr>
              <a:t>last summer.</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He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has eaten</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many interesting foods — he </a:t>
            </a:r>
            <a:pPr indent="0" marL="0">
              <a:lnSpc>
                <a:spcPct val="155000"/>
              </a:lnSpc>
              <a:buNone/>
            </a:pPr>
            <a:r>
              <a:rPr lang="en-US" sz="950" b="1" dirty="0">
                <a:solidFill>
                  <a:srgbClr val="8B1A4A"/>
                </a:solidFill>
                <a:latin typeface="Georgia" pitchFamily="34" charset="0"/>
                <a:ea typeface="Georgia" pitchFamily="34" charset="-122"/>
                <a:cs typeface="Georgia" pitchFamily="34" charset="-120"/>
              </a:rPr>
              <a:t>tried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Korean food </a:t>
            </a:r>
            <a:pPr indent="0" marL="0">
              <a:lnSpc>
                <a:spcPct val="155000"/>
              </a:lnSpc>
              <a:buNone/>
            </a:pPr>
            <a:r>
              <a:rPr lang="en-US" sz="950" b="1" dirty="0">
                <a:solidFill>
                  <a:srgbClr val="8B1A4A"/>
                </a:solidFill>
                <a:latin typeface="Georgia" pitchFamily="34" charset="0"/>
                <a:ea typeface="Georgia" pitchFamily="34" charset="-122"/>
                <a:cs typeface="Georgia" pitchFamily="34" charset="-120"/>
              </a:rPr>
              <a:t>two years ago.</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He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has studied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English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for 35 days</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 he </a:t>
            </a:r>
            <a:pPr indent="0" marL="0">
              <a:lnSpc>
                <a:spcPct val="155000"/>
              </a:lnSpc>
              <a:buNone/>
            </a:pPr>
            <a:r>
              <a:rPr lang="en-US" sz="950" b="1" dirty="0">
                <a:solidFill>
                  <a:srgbClr val="8B1A4A"/>
                </a:solidFill>
                <a:latin typeface="Georgia" pitchFamily="34" charset="0"/>
                <a:ea typeface="Georgia" pitchFamily="34" charset="-122"/>
                <a:cs typeface="Georgia" pitchFamily="34" charset="-120"/>
              </a:rPr>
              <a:t>started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at the beginning of this month. See the pattern? When we say WHEN, we use Past Simple. When there is NO specific time, we use Present Perfect. Now you understand both tenses!</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have been to Seoul</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Сөүлд очиж байсан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PP — no specific time given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went to Seoul last year</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өнгөрсөн жил Сөүлд явсан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PS — specific time: last year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Have you ever eaten...?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хэзээ нэгэн ... идэж байсан уу?</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PP — ever = experience 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When did you go?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хэзээ явсан бэ?</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PS — when = always Past Simple!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How long have you studied?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хэр удаан суралцсан бэ?</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PP — how long = duration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studied English yesterday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өчигдөр англи хэл судалсан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PS — yesterday = specific time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Have you ever been to a foreign country? When did you go?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Have you ever tried an unusual food? What was it and when?</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How long have you been at this school?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What did you do last weekend? (Past Simple!)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What have you learned this week? (Present Perfect!)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Have you ever spoken English outside of class? When was that?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Have you ever been to China?</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Yes! I went to Beijing two years ago.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Did you enjoy it?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I loved it. I have always wanted to go back.</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Have you eaten Chinese food recently?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I ate Chinese noodles just yesterday.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When did you start learning English?</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started at the beginning of this month.</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How long have you studied so far?</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have studied for 35 days without stopping!</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That's amazing! Have you improved a lot?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I have improved so much since Day 1.</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A2 Tip: Give longer answers! Don't just say 'yes' — add a reason. 'Yes, I have been there — it was amazing because...'  ·  A2 зөвлөгөө: Урт хариулт өг! Шалтгаан нэм.</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A2 · Book 2 · Дунд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35 · ӨДӨР 35</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A2 Level  ·  Book 2</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we review Present Perfect vs Past Simple. I'll say a sentence — you tell me which tense! 'I went to Seoul last year.'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That's Past Simple! 'Last year' is a specific time.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Correct! Now: 'I have been to Seoul.'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That's Present Perfect! There is no specific time — just the experience.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Perfect! What about: 'When did you eat sushi?'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Past Simple! Because 'when' always goes with Past Simple.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And: 'Have you ever eaten sushi?'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Present Perfect! 'Ever' is a signal word for Present Perfect.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You have both mastered this! Congratulations on completing Week 5!</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'I went to Seoul last year' —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Present Perfect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Past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Simple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'I have been to Seoul' —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Past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Present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Perfect</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'Last year' is a signal word for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Present Perfect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Past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Continuous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'Ever' is a signal word for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Past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Present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Perfect</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'When did you go?' uses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Present Perfect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Past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Future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'How long have you studied?' uses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Past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Present Perfect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Simple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Which sentence is correct?</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 have been there last year.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 went there last year.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 have gone there last year.</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Which question is correct?</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Did you ever eat sushi?</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Have you ever eaten sushi?</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Do you ever eat sushi?</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'Yesterday' signals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Present Perfect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Future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Past Simple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'Since 2010' signals which tense?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Past Simple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Present Perfect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Present Continuous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Present Perfect or Past Simple</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I _____ to Seoul last year. (go — PS)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I _____ to Seoul before. (have been — PP)</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She _____ English since 2023. (has studied — PP)</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_____ you ever eaten sushi? (Have — PP)</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She _____ English last night. (studied — PS)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When _____ you go? (did — PS)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yesterday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аль хэдийн (PP)</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ever</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өнгөрсөн долоо хоногт (PS)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already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хэзээ нэгэн цагт (PP)</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last week</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одоо хүртэл (PP үгүйсгэл)</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yet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өчигдөр (PS)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3 sentences with Present Perfect and 3 with Past Simple about your week.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Write 5 PP signal words and 5 PS signal words — learn them perfectly!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Tell a friend 3 things you have done (PP) and 3 things you did yesterday (PS).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 Week 5 complete! PP = no specific time · PS = specific time · 'When?' = PS · 'Ever?' = PP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1-went · 2-have been · 3-has studied · 4-Have · 5-studied · 6-did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1-E · 2-C · 3-A · 4-B · 5-D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2-c · 3-b · 4-c · 5-b
6-b · 7-b · 8-b · 9-c · 10-b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35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давталтын үг · 20 review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PP vs PS — гол ялгаа · Key difference mastered</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Хоёр цагийн ялгаа уншсан · Read comparison</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Both tenses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Speaking with both tenses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 ДОЛОО ХОНОГ 5 ДУУСГАСАН! Week 5 Complete!</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36: Comparing People &amp; Things (Week 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2026-04-03T10:10:53Z</dcterms:created>
  <dcterms:modified xsi:type="dcterms:W3CDTF">2026-04-03T10:10:53Z</dcterms:modified>
</cp:coreProperties>
</file>