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· ӨДӨР 80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3A1A5C"/>
          </a:solidFill>
          <a:ln w="12700">
            <a:solidFill>
              <a:srgbClr val="3A1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Events  ·  Түүх &amp; Үйл явдлууд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Past Perfect — I had already eaten when she arrived / He had studied before the exam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3A1A5C"/>
          </a:solidFill>
          <a:ln w="12700">
            <a:solidFill>
              <a:srgbClr val="3A1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5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1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 already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/hæd ˈɔːlrɛdi/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аль хэдийнэ хийсэн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had already eaten when she arrived.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1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 just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/hæd dʒʌst/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дөнгөж хийсэн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had just left when I called.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1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 never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/hæd ˈnɛvər/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хэзээ ч хийж байгаагүй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had never seen snow before.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1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 been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/hæd biːn/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байсан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had been waiting for two hours.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1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/bɪˈfɔːr/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-аас өмнө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had studied before the exam.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1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/ˈɑːftər/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-ийн дараа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he had eaten, he left.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1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the time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/baɪ ðə taɪm/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болоход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the time I arrived, it had ended.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1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/wɛn/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-д / ... -ийн үед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she arrived, I had already gone.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1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soon 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/æz suːn æz/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болмогц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soon as she arrived, I had left.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1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/ˈpriːviəsli/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өмнө нь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had previously lived in Seoul.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1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empire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/ˈɛmpaɪər/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эзэнт гүрэн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empire had expanded across Asia.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1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conquered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/ˈkɒŋkərd/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байлдан дагуулагдсан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territory had been conquered.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1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/ɪˈstæblɪʃt/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байгуулагдсан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city had been established by then.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1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/dɪˈklaɪnd/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уналтад орсон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empire had declined by the 14th century.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1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flourished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/ˈflʌrɪʃt/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цэцэглэсэн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culture had flourished for centuries.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1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/dɪˈskʌvərd/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нээгдсэн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had discovered the route before us.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1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/maɪˈɡreɪtɪd/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нүүсэн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Nomads had migrated south before winter.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1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/rɪˈkɔːrdɪd/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бичигдсэн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events had been recorded by scribes.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1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/əˈkjuːmjʊleɪtɪd/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хуримтлагдсан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Wealth had accumulated over centuries.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3A1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/trænsˈfɔːrmd/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өөрчлөгдсөн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Society had transformed dramatically.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Previously /ˈpriːviəsli/ — 4 syllables · Accumulated /əˈkjuːmjʊleɪtɪd/ — 5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— 4 үе: PREE-vee-us-lee. Flourished — 2 үе: FLUR-isht. Conquered — 2 үе: KON-kerd.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Past Perfect — I had already eaten when she arrived / He had studied before the exam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PAST PERFECT (had + past participle) shows which of two past events happened FIRST. 'When she ARRIVED (past simple — 2nd event), I HAD ALREADY EATEN (past perfect — 1st event).' Key words: already, just, never, before, after, by the time, when. Compare: Past Simple = a completed past action. Past Perfect = the EARLIER of two past actions. Pattern for stories: Past Perfect (background/earlier) → Past Simple (main story event). 'He HAD STUDIED for months before the exam. On the day, he FELT confident.'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PERFECT (had + past participle) нь хоёр өнгөрсөн үйлдлийн аль нь ЭХЛЭЭД болсныг харуулдаг. 'When she ARRIVED (2-р үйлдэл), I HAD ALREADY EATEN (1-р үйлдэл).' Гол үгс: already, just, never, before, after, by the time, when. Харьцуул: Past Simple = дууссан өнгөрсөн үйлдэл. Past Perfect = хоёр өнгөрсөн үйлдлийн ЭРТНИЙ нь. Түүх өгүүлэхэд: Past Perfect (дэвсгэр/эрт) → Past Simple (гол цэг).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 + p.p.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past action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had eaten before she arrived.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hadn't eaten before she arrived.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 you eaten before she arrived?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хоёр дахь үйлдлийн өмнө болсон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 already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emphasis first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had already left by then.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hadn't already left.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 you already left?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аль хэдийнэ болсон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 just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recent first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had just left when I called.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hadn't just left.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 he just left?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дөнгөж болсон байсан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the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the time I arrived, it had ended.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 it ended by the time you arrived?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болоход (хугацааны дэд)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 never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time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had never seen snow before.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 she ever seen snow before?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хэзээ ч байгаагүй (анх удаа)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+ past participle = Past Perfect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eaten · had left · had studied · had been · had never seen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= I had (not I would in PP context!) · hadn't = had not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+ past participle = Past Perfect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eaten = I had eaten (I'd = I had, PP контекстэд)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hadn't = had not · Had you eaten? (асуулт хэлбэр)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HADN'T eaten before she arrived. He HADN'T studied enough before the exam. By the time I arrived, they HADN'T started yet.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you eaten before she arrived?  HAD he studied before the exam?  BY THE TIME you arrived, HAD it ended?  HAD she ever seen snow before?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PP = had + past participle (1st event)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PS = past simple (2nd event / main narrative)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by the time + PS → PP had already happened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had already = done before the 2nd event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had just = done very recently before 2nd event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had never = first time ever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When she arrived, I already ate.  ✅ When she arrived, I HAD ALREADY EATEN.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Before the exam, he studied.  If two different past events: ✅ Before the exam, he HAD STUDIED for months.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By the time I arrived, the film ended.  ✅ By the time I arrived, the film HAD ENDED.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She had ate before he arrived.  ✅ She had EATEN. (past participle, not past simple!)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When she arrived, I _____ already eaten. (had)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By the time he arrived, the film _____ ended. (had)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He _____ studied for months before the exam. (had)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She _____ never seen the ocean before that day. (had)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By the time I arrived, they _____ already left. (had)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He _____ just finished when I called. (had)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She _____ been waiting for two hours when I arrived. (had)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Before he could speak, she _____ already left. (had)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1-had · 2-had · 3-had · 4-had · 5-had · 6-had · 7-had · 8-had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· ӨДӨР 80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3A1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writes about the rise of the Mongol Empire.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time Genghis Khan was born in 1162, nomadic tribes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 already been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living on the steppe for thousands of years. Before he unified the tribes, the Mongols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 never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operated as a single military force. By the year 1206, when the Great Mongol Empire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declared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Genghis Khan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 already conquered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dozens of rival tribes. By 1279, when Kublai Khan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established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Yuan Dynasty in China, the empire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 expanded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cover the largest contiguous land empire in history. However, by the late 14th century, the empire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 declined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significantly — divided and overstretched. Bat concludes: "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had built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something extraordinary — and the world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 never seen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anything like it before or since."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had already eaten when she arrived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ирэхэд би аль хэдийнэ идсэн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 already + p.p. (first event)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the time I arrived, it had ended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Ирэхэд минь дуусчихсан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the time + PS → PP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had just left when I called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залгахад тэр дөнгөж явсан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 just + p.p. (very recent)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had never seen snow before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өмнө хэзээ ч цас харж байгаагүй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 never + p.p. (first time)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had studied for months before the exam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шалгалтаасаа өмнө сарын турш сурсан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 + p.p. + before + PS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empire had expanded across Asia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Эзэнт гүрэн Ази даяар тэлсэн байсан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context with PP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Describe arriving home late — what had already happened before you arrived?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Had you ever studied English before starting this course?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By the time you started Book 3, what had you already achieved?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Tell a story: 'When I woke up this morning, I had...' (dream, alarm, etc.)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By the time the Mongol Empire ended, what had it accomplished?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Had you learned any English grammar before this program? Which parts had you already known?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Why weren't you at the meeting this morning?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By the time I arrived, it had already finished!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Had it started early?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They had moved it to 8am without telling me.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Had you studied the topic beforehand?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I had prepared everything the night before. Such bad luck!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When you started learning English, had you ever studied it before?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A little. I had learned some basics in school, but nothing serious.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By the time you started Book 1, had you forgotten most of it?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I had forgotten almost everything. Book 1 really helped.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And now look at you — by the time you finish Book 3...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...I will have become fluent! That's the plan!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B1 Tip: Past Perfect shows which of two past events happened FIRST. 'When she arrived, I had already eaten.' (first: I ate · second: she arrived). This tense is essential for storytelling and creates a sophisticated narrative in English!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80 · ӨДӨР 80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Past Perfect for sequencing! Tell me about something that happened — what had happened BEFORE? Bat, you were late yesterday. What had happened?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had set my alarm, but I had forgotten to turn up the volume! By the time I woke up, I had already missed the first bus.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— two Past Perfects! Sarnai, tell me something that happened today but use Past Perfect for what had happened first.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arrived at school today, I realised I had left my sketchbook at home. I had been in such a hurry that I had forgotten to pack it!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Excellent! Both of you used Past Perfect naturally to sequence events. This is exactly what B1 storytelling looks like — rich, connected narrative with time sequencing.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was Bat late?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he forgot his homework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he had set his alarm but forgotten to turn up the volume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 bus was late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the time Bat woke up, what had happened?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he had missed breakfast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he had already missed the first bus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school had started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Past Perfects does the teacher say Bat used?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one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three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two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had Sarnai left at home?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her textbook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her lunch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her sketchbook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had she forgotten it?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she had been in such a hurry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she didn't realize she needed 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she had meant to leave 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say about their use of Past Perfect?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needs more practice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they used it naturally to sequence events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too complicated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call their storytelling style?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basic and simple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confusing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rich, connected narrative with time sequencing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had set my alarm' — which event happened FIRST?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waking up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missing the bus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setting the alarm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Perfect shows...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two actions happening at the same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which of two past actions happened first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an action that is still happening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'By the time I arrived, it had ended' — the Past Perfect shows...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 arrival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both happened at the same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the ending happened before the arrival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Past Perfect — had + past participle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When she arrived, I _____ already eaten. (had)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He _____ studied for months before the exam. (had)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By the time I arrived, they _____ already left. (had)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She _____ never seen the ocean before that day. (had)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By the time he arrived, the film _____ ended. (had)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He _____ just finished when I called. (had)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had already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хэзээ ч байгаагүй (анх)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had just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аль хэдийнэ болсон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had never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... болоход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by the time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дөнгөж болсон байсан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before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... -аас өмнө болсон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a short story (8-10 sentences) using Past Perfect and Past Simple together — sequence 3 events.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Write 5 historical facts about Mongolia using Past Perfect: 'By the time... the empire had...'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Tell a partner about 3 things that had happened before some point in your life — use Past Perfect!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PP = had + p.p. (1st / earlier event) · PS = past simple (2nd event) · by the time / when / already / just / never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1-had · 2-had · 3-had · 4-had · 5-had · 6-had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2-D · 3-A · 4-C · 5-E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2-b · 3-c · 4-c · 5-a
6-b · 7-c · 8-c · 9-b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80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түүхийн үг · 20 history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Past Perfect — had + past participle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Монголын эзэнт гүрний тухай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Sequencing events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Past Perfect хэрэглэж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81: Week 12 Review — Gerunds, Causative, Past Perfect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2026-04-10T16:11:31Z</dcterms:created>
  <dcterms:modified xsi:type="dcterms:W3CDTF">2026-04-10T16:11:31Z</dcterms:modified>
</cp:coreProperties>
</file>