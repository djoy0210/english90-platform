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57 · ӨДӨР 57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Current Events  ·  Мэдээ &amp; Тухайн үеийн үйл явдлууд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Reported speech — She said that... / He told me that...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/sɛd/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хэлсэн (say→said)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said that English was important.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/toʊld/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хэлсэн (tell→told)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told me that he was tired.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/rɪˈpɔːrtɪd/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мэдээлсэн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news reported that it would rain.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/əˈnaʊnst/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зарлалаа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teacher announced that we had passed.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/kleɪmd/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мэдэгдлээ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claimed that he was innocent.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/ɪkˈspleɪnd/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тайлбарласан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explained that she was busy.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/ədˈmɪtɪd/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хүлээн зөвшөөрсөн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admitted that he had made a mistake.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/wɔːrnd/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анхааруулсан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warned me that it was dangerous.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/ˈmɛnʃənd/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дурдсан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mentioned that he liked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/kənˈfɜːrmd/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баталсан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confirmed that she would attend.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/bæk.ʃɪft/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цагийн өөрчлөлт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Verbs backshift in reported speech.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/tɛns tʃeɪndʒ/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цагийн өөрчлөлт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Present→Past in reported speech.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speech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/daɪˈrɛkt spiːtʃ/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шууд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am tired.' = direct speech.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speech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/ˈɪndaɪrɛkt spiːtʃ/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өгүүллэгийн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said she was tired. = indirect.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pronoun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/ˈproʊnaʊn tʃeɪndʒ/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төлөөний үгийн өөрчлөлт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'I' → 'she' in reported speech.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/ˈdʒɜːrnəlɪst/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сэтгүүлч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journalist reported the news.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/ˈhɛdlaɪn/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гарчиг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headline said there was a storm.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/ˈbrɔːdkɑːst/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дамжуулалт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news broadcast said it would rain.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/sɔːrs/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эх сурвалж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According to sources, the news is true.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/ˈækjʊrɪt/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нарийвчлалтай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check if the news is accurate.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Journalist /ˈdʒɜːrnəlɪst/ — 3 syllables · Indirect /ˈɪndaɪrɛkt/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 — 3 үе: JER-nuh-list. Broadcast — 2 үе: BRAWD-kast. Accurate — 3 үе: AK-yuh-rit.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Reported speech — She said that... / He told me that...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SPEECH (indirect speech) tells us what someone SAID without using their exact words. KEY CHANGES when reporting: 1) Verb tense shifts back: am→was, is→was, are→were, have→had, will→would, can→could. 2) Pronouns change: I→he/she, we→they, my→his/her. Direct: 'I am tired.' → Reported: She said (that) she WAS tired. Direct: 'I will help.' → Reported: He said he WOULD help. 'That' is optional after 'said' and 'told'.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ӨГҮҮЛЛЭГИЙН ЯРИ (indirect speech) нь хэн нэгний хэлсэн зүйлийг ЯГ ТЭР ҮГЭЭР нь хэлэлгүй дамжуулна. ГОЛ ӨӨРЧЛӨЛТҮҮД: 1) Цаг нь ухарна: am→was, is→was, will→would, can→could, have→had. 2) Төлөөний үг өөрчлөгдөнө: I→he/she, we→they. Шууд: 'I am tired.' → Өгүүллэг: She said she WAS tired. 'That' нь заавал биш.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am/is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was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am happy.' → She said she WAS happy.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she say?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am/is → was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were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'We are ready.' → He said they WERE ready.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he say?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→ were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will help.' → She said she WOULD help.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she say?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→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can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can swim.' → He said he COULD swim.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he say?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→ could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Direct: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had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have finished.' → She said she HAD finished.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she say?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→ had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said · tell → told (tell needs an object: told ME/HIM/HER)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(that) she was tired. · He told me (that) he was ready.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'that' is optional — you can leave it out in spoken English!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→ said · tell → told (told-ын дараа ЗААВАЛ объект!)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she was tired. = She said THAT she was tired. — ижил утга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she WAS NOT ready. He told me he COULDN'T come. They said they WOULDN'T be late.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she say?  WHAT did he tell you?  Did she say she WAS coming?  What did they announce?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say → said (no object needed)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 → told me/him/her/us (object needed!)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am/is → was · are → were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→ would · can → could · have → had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'that' after say/told is optional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said me she was tired.  ✅ She TOLD ME she was tired. (told needs object!)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said that he is tired.  ✅ He said that he WAS tired. (tense shift!)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told that she was ready.  ✅ She TOLD ME that she was ready. (tell needs object!)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said he would to help.  ✅ He said he WOULD help. (no 'to' after would!)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'I am tired.' → She said she _____ tired.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'I will come.' → He said he _____ come.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'We are ready.' → They said they _____ ready.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'I can swim.' → She said she _____ swim. (could)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'I have finished.' → He said he _____ finished.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'I am happy.' → She told me she _____ happy.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'I will help.' → She said she _____ help.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 teacher _____ that we had passed. (said)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1-was · 2-were · 3-had · 4-would · 5-would · 6-could · 7-was · 8-said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57 · ӨДӨР 57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reads the news every morning to improve his English.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the headline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Mongolia's economy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growing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Another article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a new tech company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been founded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Ulaanbaatar. A journalist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English skills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becoming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most valued skill in Mongolian companies. Bat's teacher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class that reading the news in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one of the best ways to improve. Sarnai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mentioned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started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reading English news on her phone every morning. "It really works!"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said she was tired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ядарсан гэж хэлсэн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 + that +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told me he would help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надад туслана гэж хэлсэн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told + object +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news reported that it would rain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Мэдээ бороо орно гэж мэдээлсэн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+ that +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explained that she was busy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завгүй гэж тайлбарласан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explained + that + was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confirmed that he would attend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оролцоно гэдгийг баталсан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+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announced that we had passed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Тэд бид тэнцсэн гэж зарлалаа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announced + had + past participle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Tell me something a friend said to you this week. Use reported speech!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did your English teacher tell you last lesson?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did you read in the news recently? Report it!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did your parents tell you this morning?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did Bat say about reading the news?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If you were a journalist, what would you report today?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Did you hear the news this morning?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The reporter said that it would snow tomorrow.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What else did they say?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They reported that temperatures would drop to minus 20!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did your teacher tell you today?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told us that we needed to study harder for the exam.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Did she say when the exam was?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she said it would be next Friday.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did Sarnai say about English news?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said that reading English news had really helped her.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Maybe I should try that too!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Definitely! I told her it was the best way to improve.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reported speech in everyday conversation! 'My friend told me that English was the most important language.' It sounds very natural and fluent!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57 · ӨДӨР 57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 reported speech. I'll say something — you report it. Ready? 'I am very proud of you.'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said that you were very proud of us!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'I will give you a test next week.'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told us that you would give us a test next week!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'I can help you after class.'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said you could help us after class.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have finished Week 8!'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announced that we had finished Week 8!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perfect! Reported speech makes your English sound very advanced and natural.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says 'I am proud of you.' Bat reports it as...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said she is proud.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said she was proud of us.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told proud of us.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will give a test.' Sarnai reports it as...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said she would give a test.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said she will give a test.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told give a test.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can help you.' Bat reports it as...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said she can help.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said she could help.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told can help.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'We have finished Week 8.' Sarnai reports it as...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announced we have finished.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announced we had finished.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said we finished.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shift does 'will' undergo in reported speech?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will →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will → could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will → 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shift does 'am/is' undergo?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am/is → 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am/is → will be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am/is → was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'Tell' requires what after it?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'that'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an object (me/him/her)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nothing extra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'that' compulsory after 'said'?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it's optional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in formal writing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'He said he can swim' — what is the mistake?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'said' should be 'told'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'can' should be 'could'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 mistake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speech is also called...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direct speech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active voice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indirect speech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reported speech tense changes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'I am tired.' → She said she _____ tired.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'We are ready.' → They said they _____ ready.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'I will come.' → He said he _____ come.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'I can swim.' → She said she _____ swim. (could)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'I have finished.' → He said he _____ finished.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 teacher _____ that we had passed. (said)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баталсан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зарласан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announced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хэлсэн (object хэрэгтэй)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confirmed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дурдсан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mentioned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хэлсэн (object хэрэгтэй биш)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reporting what a friend, teacher, or family member said to you today.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Find 3 news headlines and rewrite them as reported speech: 'The news said that...'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about a conversation you had this week — use 'He said...', 'She told me...'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Direct → Reported: am/is→was · are→were · will→would · can→could · have→had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· 2-were · 3-would · 4-could · 5-had · 6-said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2-C · 3-B · 4-A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2-a · 3-b · 4-b · 5-a
6-c · 7-b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57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мэдээний үг · 20 news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Reported Speech — She said that...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Мэдээний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Reported speech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58: Social Media &amp; Opinions — Agreeing &amp; Disagreeing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2026-04-06T09:41:37Z</dcterms:created>
  <dcterms:modified xsi:type="dcterms:W3CDTF">2026-04-06T09:41:37Z</dcterms:modified>
</cp:coreProperties>
</file>