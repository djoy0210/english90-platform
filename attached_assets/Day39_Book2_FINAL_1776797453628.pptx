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39 · ӨДӨР 39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Preferences  ·  Харилцаа &amp; Давуу байдал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Would rather / Prefer to — expressing preferences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/prɪˈfɜːr/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илүүд үзэх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prefer tea to coffee.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rather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/ˈrɑːðər/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илүүд үзэхдээ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would rather stay home.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rather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/wʊd ˈrɑːðər/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хийхийг илүүд үзэх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rather walk than take a taxi.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/ˈprɛfrəns/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давуу байдал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your preference?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instead of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/ɪnˈstɛd ɒv/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-ийн оронд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I'll have water instead of juice.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/boʊθ/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хоёул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like both coffee and tea.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neither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/ˈniːðər/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аль аль нь биш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Neither is good for you.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/ˈiːðər/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аль нэг нь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 is fine with 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/rɪˈleɪʃənʃɪp/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харилцаа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have a good relationship.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friendship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/ˈfrɛndʃɪp/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найрамдал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friendship is very strong.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/trʌst/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итгэлцэл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is the basis of friendship.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/rɪˈspɛkt/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хүндэтгэл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respect is important.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/səˈpɔːrt/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дэмжлэг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Friends should support each other.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/ˈɒnɪst/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шударга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important to be honest.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/ˈlɔɪəl/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үнэнч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loyal friend is rare to find.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/ˈpeɪʃənt/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тэвчээртэй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patient with your friends.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/ˈɑːrɡjuː/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маргах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Friends sometimes argue.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up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/meɪk ʌp/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эвлэрэх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made up after the argument.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 out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/fɔːl aʊt/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маргалдах / хэрэлдэх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fell out over something small.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along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/ɡɛt əˈlɒŋ/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дасан зохицох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get along with your sister?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Prefer /prɪˈfɜːr/ — stress on 2nd syllable · Neither /ˈniːðər/ — 'ei' sounds like 'ee'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— 2-р үе дээр: prih-FER. Rather — 1-р үе: RAH-ther. Would rather = I'd rather — хэвийн яриандаа маш нийтлэг!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Would rather / Prefer to — expressing preferences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RATHER expresses preference between two options: 'I would rather STAY home than GO out.' = I prefer staying home. After 'would rather': BARE INFINITIVE (no 'to'). PREFER TO expresses general preference: 'I prefer STAYING home to GOING out.' or 'I prefer tea TO coffee.' Structure: prefer + -ing + to + -ing / prefer + noun + to + noun.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RATHER нь хоёр зүйлийн хооронд давуу байдлыг илэрхийлдэг: 'I would rather STAY home than GO out.' = Гэртээ байхыг илүүд үздэг. Would rather-ийн дараа: үйл үгийн ҮНДСЭН ХЭЛБЭР ('to' хэрэггүй). PREFER TO: ерөнхий давуу байдал. prefer + -ing + to + -ing. Prefer + нэр + to + нэр.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rather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base verb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rather stay home.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rather not go out.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rather stay?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хийхийг илүүд үзнэ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rather...than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rather walk than drive.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rather walk or drive?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хийхийн оронд ...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prefer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noun/ing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prefer tea to coffee.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don't prefer coffee.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prefer tea?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-г илүүд үзнэ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prefer...to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prefer walking to driving.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 you prefer?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-г ... -аас илүүд үзнэ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/ neither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like both options.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like neither option.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like both?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хоёул / аль аль нь биш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 / Товчилсон хэлбэр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rather = I would rather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rather walk than drive. · I'd rather not go.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rather — хэвийн яриандаа үргэлж товчилсон хэлбэр хэрэглэ!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rather → I'd rather — маш нийтлэг яриандаа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 / Дүрэм &amp; Хэрэглэгдэх хүрээ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RATHER NOT go out. I DON'T PREFER coffee. I like NEITHER option — both are bad!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rather STAY or GO?  WHICH do you PREFER?  DO you prefer TEA TO COFFEE?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I'd rather + base verb (no 'to'!)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I'd rather A than B = comparing two options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prefer + noun + to + noun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prefer + -ing + to + -ing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'I'd rather not' = polite way to decline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I'd rather to stay home.  ✅ I'd rather STAY home. (no 'to' after rather!)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prefer coffee than tea.  ✅ I prefer coffee TO tea.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Would you rather to go?  ✅ Would you rather GO?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prefer to walk than drive.  ✅ I prefer WALKING TO DRIVING.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I'd rather _____ home tonight. (stay)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Would you rather _____ or drive? (walk)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prefer tea _____ coffee. (to)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I'd rather not _____ out tonight. (go)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She'd rather _____ English than maths. (study)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He prefers _____ to driving. (walking)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 prefer _____ to swimming. (running)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_____ you rather stay or go? (Would)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1-stay · 2-to · 3-study · 4-running · 5-walk · 6-go · 7-walking · 8-Would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39 · ӨДӨР 39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and Sarnai have different preferences.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rather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go to a football match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watch a movie. 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outdoor activities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staying inside. Sarnai, on the other hand,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rather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visit an art gallery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sports stadium. She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painting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playing sport. But despite their different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preferences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they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along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perfectly. Good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friendship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not about having the same interests — it is about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respect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loyalty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They would both rather have each other as friends than anyone else in the world!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rather stay home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гэртээ байхыг илүүд үзнэ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rather + base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prefer tea to coffee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кофеноос цайг илүүд үздэг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 + noun + to + noun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rather walk or drive?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явган явах уу, машинаар явах уу?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rather + A or B?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rather not go out tonight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өнөөдөр гарахгүй байхыг хүсч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I'd rather not +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prefer walking to driving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явганаас машинаар явахыг илүүд үздэг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 + -ing + to + -ing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Neither is good for 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Аль аль нь надад тохирохгүй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neither = not one and not the other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Would you rather live in a big city or a small town? Why?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Do you prefer watching movies or reading books?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Would you rather be very rich or very famous?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Do you prefer summer or winter? Give a reason!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Would you rather study alone or with friends?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What qualities do you prefer in a friend?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Would you rather go to the cinema or stay home?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I'd rather stay home. I prefer watching films at home.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Why? Don't you like cinemas?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They're too crowded. I prefer a quiet environment.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Would you rather have more money or more free time?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More free time! I'd rather be happy than rich.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 you prefer coffee or tea?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prefer tea to coffee. Coffee is too strong for me.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Would you rather live in Mongolia or abroad?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I'd rather live here. I love my country!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do you prefer in a friend — honesty or kindness?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Both! But I prefer honesty. Trust is everything.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At A2 level, give full answers with comparisons! Don't say 'yes' — say 'Yes, Seoul is bigger than Ulaanbaatar because...'  ·  Харьцуулах үгс хэрэглэж дэлгэрэнгүй хариулт өг!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39 · ӨДӨР 39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practise preferences. Bat, would you rather study English or maths?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rather study English! I prefer it to maths. It is more useful for my future.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answer! Sarnai, what do you prefer — painting or photography?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prefer painting to photography. I'd rather create something than just take a picture.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Interesting! Would you both rather have many friends or a few very good friends?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rather have a few very good friends. Quality is better than quantity!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agree! I prefer loyalty and trust to popularity. My friendship with Bat proves that!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Bat rather study?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maths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science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does Bat prefer English?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 is easier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his teacher is better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more useful for the future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prefer — painting or photography?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photography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painting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both equally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does Sarnai prefer painting?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 is cheaper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she prefers creating to just photographing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it is easier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 they both prefer — many friends or few good ones?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many friends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 preference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few very good friends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say quality is better than?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quantity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loyalty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popularity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prefer over popularity?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fame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loyalty and trust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more friends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proves their values?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their school results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their friendship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their English level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'would rather' we use...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to +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base verb (no to)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-ing 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prefer tea TO coffee' — 'to' here means...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going somewhere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comparison (not to+verb)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direction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would rather / prefer / to / than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I'd rather _____ home tonight. (stay)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prefer tea _____ coffee. (to)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She'd rather _____ English. (study)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_____ you rather walk or drive? (Would)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 prefer _____ to driving. (walking)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I'd rather not _____ tonight. (go)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prefer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итгэлцэл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trust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найрамдал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friendship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хүндэтгэл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respect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үнэнч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loyal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илүүд үзэх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sentences using 'would rather' and 5 using 'prefer to' about your real preferences.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5 qualities you look for in a good friend and explain why each is important.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Ask 3 people: 'Would you rather...?' — write their answers and report back.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I'd rather + base verb · prefer + noun to noun · prefer + -ing to + -ing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1-stay · 2-to · 3-study · 4-Would · 5-walking · 6-go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1-E · 2-A · 3-B · 4-C · 5-D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2-c · 3-b · 4-b · 5-c
6-a · 7-b · 8-b · 9-b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39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давуу байдлын үг · 20 preference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Would rather / Prefer to дүрэм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Найрамдлын тухай уншсан · Read about friendship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Давуу байдлаа илэрхийлж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40: Personality &amp; Character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2026-04-04T03:09:24Z</dcterms:created>
  <dcterms:modified xsi:type="dcterms:W3CDTF">2026-04-04T03:09:24Z</dcterms:modified>
</cp:coreProperties>
</file>