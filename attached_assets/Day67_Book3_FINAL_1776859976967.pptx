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67 · ӨДӨР 67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Review  ·  10-р долоо хоногийн давталт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Past tenses + conditionals — complete Week 10 review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review Week 10 grammar.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/tɛns/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 (дүрмийн)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tense should I use here?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/ˈkɒntɛkst/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контекст / нөхцөл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your tense based on context.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/ˈtaɪmlaɪn/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цагийн шугам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a timeline to understand tenses.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/ˈbækɡraʊnd/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арын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 gives background.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/ˌɪntəˈrʌpʃən/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тасалдал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Simple shows the interruption.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/djʊˈreɪʃən/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хугацаа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PPC shows ongoing duration.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/ˌspɛkjʊˈleɪʃən/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 express speculation.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/ˌhaɪpəˈθɛtɪkəl/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таамаглалын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conditionals are hypothetical.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/ʌnˈrɪəl/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 бус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2nd, 3rd, mixed = unreal situations.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ялгаа / эсрэг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past and present tenses.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/ˈsʌməri/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хураангуй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Here's a summary of Week 10.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/dɪˈstɪŋɡwɪʃ/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ялгах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distinguish the tenses?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sophisticated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/səˈfɪstɪkeɪtɪd/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/ дэвшилтэт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conditionals are sophisticated.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/ˈnætʃərəl/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байгалийн / жинхэнэ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English sounds very natural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/ˈækjʊrəsi/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нарийвчлал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both fluency and accuracy.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fluency is growing daily.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/ˈmæstəri/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дадлага / эзэмшил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approaching mastery of B1!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/kənˈsɒlɪdeɪt/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нэгтгэх / бататгах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your learning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/ˈprəʊɡrɛs/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ахиц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progress has been remarkable.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Hypothetical /ˌhaɪpəˈθɛtɪkəl/ — 5 syllables · Sophisticated /səˈfɪstɪkeɪtɪd/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— 5 үе: hy-po-THET-ih-kul. Sophisticated — 5 үе: suh-FIS-tih-kay-tid. Consolidate — 4 үе: kun-SOL-ih-dayt.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Past tenses + conditionals — complete Week 10 review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COMPLETE REVIEW: 1) Past Continuous = was/were + -ing (background, ongoing). 2) Past Simple vs Past Continuous = interrupted actions (when/while). 3) Present Perfect Continuous = have/has been + -ing (ongoing to now). 4) Third Conditional = If + had + p.p. + would have + p.p. (past regrets). 5) Mixed Conditionals Type 1 = If + had + p.p. → would + base (past→present). Type 2 = If + were → would have + p.p. (present→past). All five structures are now in your B1 toolkit!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10-Р ДОЛОО ХОНОГИЙН БҮРЭН ДАВТАЛТ: 1) Past Continuous = was/were + -ing (арын үйлдэл). 2) PS vs PC = таслалт (when/while). 3) PPC = have/has been + -ing (одоо хүртэл). 4) 3rd Conditional = If had + pp → would have + pp (өнгөрсөн харамсал). 5) Mixed Conditional T1 = өнгөрсөн→одоо. T2 = одоо→өнгөрсөн. Тав бүгд таны B1 хэрэгсэлд орсон!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was/were +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studying at 9pm.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wasn't sleeping then.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you studying?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арын үйлдэл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+ 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 when it rang.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you doing when...?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таслалт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Pres. Perf. Cont.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have/has been +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I've been studying for 67 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been sleeping well.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been...?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 хүртэл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had → would have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I'd have passed.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hadn't quit, I'd have succeeded.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have passed if...?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харамсал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T1/T2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I'd studied, I'd be fluent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weren't shy, I'd have spoken.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be/have...?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өнгөрсөн↔одоо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toolkit: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was/were + -ing · had + p.p. · have/has been + -ing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would have + p.p. · If I'd = If I had / If I would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them naturally in conversation!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10-р долоо хоногийн гол хэлбэрүүд: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PC: was/were + -ing · PPC: have/has been + -ing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3rd: had → would have · Mixed: had → would / were → would have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WASN'T sleeping when it happened. I HAVEN'T BEEN sleeping well. If I HADN'T quit, I WOULD be better now.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DOING when...? · HOW LONG have you BEEN...? · WOULD you have passed IF you had studied? · WOULD you be fluent IF you had started earlier?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 = background/ongoing in past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 + PS = action interrupted by event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PPC = ongoing from past to NOW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3rd Cond = past regret (didn't happen)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Mixed T1 = past→present · T2 = present→past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show RELATIONSHIPS ACROSS TIME!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was study all evening.  ✅ I was STUDYING all evening.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been study for 67 days.  ✅ I have been STUDYING for 67 days.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would have studied, I would pass.  ✅ If I HAD studied, I would HAVE PASSED.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weren't shy, I would speak up.  ✅ If I weren't shy, I WOULD HAVE SPOKEN up. (Mixed T2!)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 — 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I had studied harder, I _____ be better now. (would — Mixed T1)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How long _____ you been learning? (have — PPC)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she _____ less shy, she would have spoken. (were — Mixed T2)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started raining while we _____ hiking. (were — 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_____ studying for 67 consecutive days! (have been — PPC)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she had tried, she _____ have won. (would — 3rd Cond.)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What _____ you doing at 9pm last night? (were — 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1-was · 2-have · 3-were · 4-would · 5-would · 6-were · 7-have been · 8-were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67 · ӨДӨР 67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10 is complete!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have mastered five new grammar structures. While 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reviewing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their notes, they both realized how much 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improving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over the past week. Bat said: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keeping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grammar diary since Day 61, and reading it now, I can see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struggling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Past Continuous at first — but not anymore!" Sarnai laughed: "If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hadn't practised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mixed conditionals yesterday,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have found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today's review much harder." Their teacher smiled: "If you two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dedicated, this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wouldn't have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such a successful week! Congratulations on completing Week 10!"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studying when she called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залгах үед би суралцаж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 (background)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learning for 67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67 хоногийн турш суралцаж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 have passed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Суралцсан байсан бол тэнцсэн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Conditional (past regret)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hadn't quit, I'd be fluent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Больсонгүй байсан бол одоо чөлөөтэй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T1 (past→present)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weren't shy, I would have spoken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Ичимхий биш байсан бол хэлэх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T2 (present→past)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Congratulations on completing Week 10!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10-р долоо хоногийг дуусгасанд баяр хүргэе!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celebration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Give me an example of Past Continuous + Past Simple in one sentence.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How long have you been studying English? (Use PPC!)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Tell me something you regret not doing. (Use 3rd Conditional!)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If you hadn't started English, what would your life be like now? (Mixed T1!)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If you weren't a student, what would you have done instead? (Mixed T2!)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Which grammar from Week 10 do you find most useful? Why?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Let's review! Give me a Past Continuous sentence.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watching English news while eating breakfast this morning!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Now a Present Perfect Continuous one.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I've been studying grammar non-stop for 67 days!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Third Conditional?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had started Book 1 earlier, I would have reached B1 sooner.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Mixed Type 1?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had studied German too, I'd be trilingual now!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Mixed Type 2?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weren't Mongolian, I might have chosen a different language.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All five structures — perfect! You've mastered Week 10!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If I hadn't worked so hard, I wouldn't be here!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You now have ALL conditional types! 1st (real future) · 2nd (unreal present) · 3rd (unreal past) · Mixed (across time). Use them all in one conversation to show true B1 fluency!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67 · ӨДӨР 67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review — let's test everything! Bat, what were you doing when you first heard about this English course?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walking home from school when my friend told me about it. I had been looking for a good English program for months!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Past Continuous AND Present Perfect Continuous in two sentences! Sarnai — a Third Conditional please.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hadn't found this course, I would have given up on learning English altogether.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Now a mixed conditional — Type 1.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started English at age three, I would be completely fluent now and probably working internationally!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Exceptional! Week 10 is officially complete. You have both been working incredibly hard, and the results have been showing beautifully. Congratulations!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does Bat use in his first answer?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Past Continuous and PPC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PPC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had Bat been looking for an English program?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for weeks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for months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for years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Sarnai's Third Conditional express?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future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present situation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past regret — she found the course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Sarnai have done if she hadn't found the course?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studied another language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given up on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studied online instead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type of conditional does Sarnai use second?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Third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Mixed 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Mixed 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Sarnai's mixed conditional, what is the past action?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started English at age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found the course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gave up on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Sarnai be now if she had started at age 3?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teacher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fluent and working internationally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studying abroad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has been showing?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their grammar mistakes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results of their hard 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their vocabulary growth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had been looking for months' — which tense is 'had been looking'?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Past Perfect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Present Perfect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teacher's verdict on Week 10?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needs more 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good but not great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officially complete — exceptional 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Week 10 mixed — all 5 grammar structures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 — PC)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How long _____ you been learning? (have — PPC)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started raining while we _____ hiking. (were — PC)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she had tried, she _____ have won. (would — 3rd)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I had studied, I _____ be better now. (would — Mixed T1)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she _____ less shy, she would have spoken. (were — Mixed T2)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Past Continuous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if had → would have + p.p.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арын үйлдэл / үргэлжилж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3rd Conditional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өнгөрсөн→одоо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Mixed 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have/has been + -ing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Mixed T2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одоо→өнгөрсөн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using ALL 5 Week 10 structures naturally in a story.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100 words from Days 61-67 — test yourself and write any you missed.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about your Week 10 learning journey using all 5 grammar structures!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Week 10 complete! Next: Week 11 — Modals of Probability, Discourse Markers, Wish!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· 2-have · 3-were · 4-would · 5-would · 6-were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2-D · 3-A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5-c
6-a · 7-b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67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10-р долоо хоногийн бүх 5 дүрэм · All 5 Week 10 grammar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Давталтын текст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Mixed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All 5 structures used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10 ДУУСГАСАН! Week 10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68: Giving Strong Advice — Must / Might / May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2026-04-09T03:01:24Z</dcterms:created>
  <dcterms:modified xsi:type="dcterms:W3CDTF">2026-04-09T03:01:24Z</dcterms:modified>
</cp:coreProperties>
</file>