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 · ӨДӨР 37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Things &amp; Places  ·  Зүйл ба газрыг харьцуулах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Superlative adjectives — the tallest, the best, the most beautiful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tallest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/ðə ˈtɔːlɪst/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хамгийн өндөр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is the tallest in the class.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shortest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/ðə ˈʃɔːrtɪst/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хамгийн намхан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the shortest student.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/ðə bɛst/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хамгийн сайн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is the best restaurant.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worst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/ðə wɜːrst/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хамгийн муу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 was the worst movie.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most beautiful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/ðə moʊst ˈbjuːtɪfəl/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хамгийн үзэсгэлэнтэй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the most beautiful place.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most expensive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/ðə moʊst ɪkˈspɛnsɪv/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хамгийн үнэтэй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 is the most expensive car.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most popular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/ðə moʊst ˈpɒpjʊlər/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хамгийн алдартай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the most popular song.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most difficult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/ðə moʊst ˈdɪfɪkəlt/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хамгийн хэцүү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is the most difficult exam.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furthest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/ðə ˈfɜːðɪst/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хамгийн хол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 is the furthest I have been.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biggest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/ðə ˈbɪɡɪst/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хамгийн том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Russia is the biggest country.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smallest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/ðə ˈsmɔːlɪst/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хамгийн жижиг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Monaco is the smallest country.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oldest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/ðə ˈoʊldɪst/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хамгийн хуучин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is the oldest building.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newest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/ðə ˈnjuːɪst/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хамгийн шинэ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is the newest phone model.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highest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/ðə ˈhaɪɪst/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хамгийн өндөр (газар)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Everest is the highest mountain.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deepest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/ðə ˈdiːpɪst/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хамгийн гүн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Khovsgol is the deepest lake.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world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 ðə wɜːrld/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дэлхийд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the best in the world.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Mongolia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 mɒŋˈɡoʊliə/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the largest city in Mongolia.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my class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 maɪ klɑːs/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манай ангид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the smartest in my class.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/ˈrɛkərd/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рекорд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 is a world record!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/juːˈniːk/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өвөрмөц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 is truly unique.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Superlative: tallest /ˈtɔːlɪst/ · biggest /ˈbɪɡɪst/ · most beautiful /moʊst ˈbjuːtɪfəl/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Superlative-ийн дуудлага: the tallest = ðə ˈtɔːlɪst. 'the' нь superlative-ийн өмнө ҮРГЭЛЖ ирдэг!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Superlative adjectives — the tallest, the best, the most beautiful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 adjectives compare ONE thing to ALL others in a group. Always use THE before a superlative. SHORT adjectives: THE + adjective + EST → the tallest, the smallest, the biggest. LONG adjectives (3+ syllables): THE MOST + adjective → the most beautiful, the most expensive, the most popular. IRREGULAR: good→the best, bad→the worst, far→the furthest.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 тэмдэг нэр нь нэг зүйлийг БҮГДТЭЙ харьцуулдаг. Superlative-ийн өмнө ҮРГЭЛЖ THE хэрэглэнэ. БОГИНО тэмдэг нэр: THE + тэмдэг нэр + EST → the tallest, the biggest. УРТ тэмдэг нэр: THE MOST + тэмдэг нэр → the most beautiful. ДУР МЭДЭН: good→the best, bad→the worst, far→the furthest.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adj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+ adj + 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is the tallest.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is not the tallest.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the tallest?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хамгийн ... (богино)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adj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most + adj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the most beautiful.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not the most beautiful.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the most beautiful?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хамгийн ... (урт)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irregular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best/worst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is the best.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is not the best.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best?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дур мэдэн хэлбэр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+ group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the smartest in class.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the smartest in class?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-д хамгийн ...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world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the biggest in the world.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biggest in the world?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дэлхийд хамгийн ...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 / Товчилсон хэлбэр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tallest · the most beautiful · the best · the worst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'the' before superlatives!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Superlative-ийн өмнө ҮРГЭЛЖ 'the' хэрэглэнэ!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tallest / the most beautiful / the best — 'the' мартаж болохгүй!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 / Дүрэм &amp; Хэрэглэгдэх хүрээ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NOT THE TALLEST — he is the second tallest. This is NOT THE BEST — it is the most expensive.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tallest?  WHAT is the most popular?  WHICH is the best?  WHERE is the deepest lake?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 (1-2 syl): the + adj + est → the tallest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 (3+ syl): the most + adj → the most beautiful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ALWAYS 'the' before superlative!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good→the best · bad→the worst · far→the furthest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He is most tall.  ✅ He is THE MOST TALL. → Actually: THE TALLEST!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She is the more beautiful.  ✅ She is THE MOST BEAUTIFUL.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This is best restaurant.  ✅ This is THE BEST restaurant.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It is most biggest.  ✅ It is THE BIGGEST.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He is _____ student in the class. (tall)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This is _____ movie I have ever seen! (bad)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She is _____ singer in Mongolia. (popular)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Everest is _____ mountain in the world. (high)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This is _____ restaurant in the city. (good)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That was _____ day of my life! (exciting)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This phone is _____ in the shop. (expensive)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She is _____ student in the school. (smart)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1-the tallest · 2-the most popular · 3-the best · 4-the most expensive · 5-the worst · 6-the highest · 7-the most exciting · 8-the smartest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 · ӨДӨР 37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Mongolia is full of amazing records!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Gobi Desert is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largest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desert in Asia. Lake Khovsgol is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deepest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lake in Mongolia and one of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cleanest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world. Ulaanbaatar is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coldest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capital city on Earth — temperatures reach minus 40°C! The Mongolian horse is considered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toughest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horse breed in the world. And Mongolians believe their sky is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bluest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beautiful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 the planet. Bat says: "Mongolia may not be the biggest, but it is definitely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unique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country in the world!"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is the tallest in the class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ангидаа хамгийн өндөр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+ adj + est + in + group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the most beautiful place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Энэ хамгийн үзэсгэлэнтэй газар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most + long adj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is the best restaurant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Энэ хамгийн сайн ресторан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→ the best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Everest is the highest mountain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Эверест хамгийн өндөр уул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+ adj + est + in the world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 was the worst movie ever!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хамгийн муу кино байсан!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→ the worst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the most popular?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Хэн хамгийн алдартай вэ?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most + long adj + 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Who is the most famous person in Mongolia?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What is the most beautiful place you have ever been to?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Which subject is the most difficult for you at school?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What is the best food you have ever eaten?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Who is the tallest person in your family?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What is the most interesting thing about Mongolia?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is the most beautiful place in Mongolia?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think Lake Khovsgol is the most beautiful.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Have you ever been there?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It was the most amazing trip of my life.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is the best food in Mongolia?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Buuz! It is definitely the most delicious.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is the most difficult subject at school?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Chemistry is the hardest for me.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Who is the most famous athlete in Mongolia?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think our sumo wrestlers are the most famous.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is the best thing about learning English?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Meeting people from all over the world!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At A2 level, give full answers with comparisons! Don't say 'yes' — say 'Yes, Seoul is bigger than Ulaanbaatar because...'  ·  Харьцуулах үгс хэрэглэж дэлгэрэнгүй хариулт өг!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 · ӨДӨР 37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use superlatives! Bat, what is the most beautiful place in Mongolia?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 the Gobi Desert is the most beautiful. It is also the largest desert in Asia!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Excellent! Sarnai, what is the coldest city in the world?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Ulaanbaatar! It is the coldest capital city on Earth. Sometimes minus 40!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right! What is the best thing about living in Mongolia?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are the friendliest and the sky is the bluest in the world!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Mongolian food is the most delicious! Especially buuz.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agree! Mongolia is truly one of the most unique countries in the world.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say is the most beautiful?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Lake Khovsgol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 Orkhon Valley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 Gobi Desert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Gobi Desert?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 deepest in Asia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 largest desert in Asia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 coldest in Asia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Ulaanbaatar known as?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 hottest capital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 most beautiful capital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 coldest capital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cold does it get?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minus 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minus 40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minus 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say about Mongolian people?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they are the most intelligent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they are the friendliest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they are the busiest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say about the sky?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 most beautiful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 bluest in the world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 largest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food does Sarnai mention?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tsuivan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khuushuur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buuz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Sarnai describe Mongolian food?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 most unique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 most delicious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 healthiest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say about Mongolia?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coldest country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most unique country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largest country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is the superlative of 'good'?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 better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 more good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 best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superlative adjectives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He is _____ student in the class. (tall)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This is _____ restaurant in the city.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That was _____ movie I've seen! (bad→worst)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Everest is _____ mountain in the world. (high)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This phone is _____ in the shop. (expensive)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She is _____ singer in Mongolia. (popular)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the tallest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хамгийн муу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the best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хамгийн үнэтэй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the worst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хамгийн өндөр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the most expensive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хамгийн гүн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the deepest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хамгийн сайн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5 superlative sentences about Mongolia (places, people, food, weather).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Write the superlative of: tall, smart, good, bad, beautiful, expensive, big, far.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Answer this: 'What is the most important thing in your life?' — use superlatives!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the + adj + est (short) · the most + adj (long) · the best · the worst · the furthest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1-the tallest · 2-the best · 3-the worst · 4-the highest · 5-the most expensive · 6-the most popular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2-E · 3-A · 4-B · 5-D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2-b · 3-c · 4-b · 5-b
6-b · 7-c · 8-b · 9-b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37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супертив үг · 20 superlative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Superlative adjectives — the + est / the most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Монголын тухай уншсан · Read about Mongolia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Superlative хэрэглэж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38: Too and Enough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2026-04-04T03:09:24Z</dcterms:created>
  <dcterms:modified xsi:type="dcterms:W3CDTF">2026-04-04T03:09:24Z</dcterms:modified>
</cp:coreProperties>
</file>