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 · ӨДӨР 90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Graduation Day 🎓  ·  B1 Дэвшилтэт шатны Төгсөлт 🎓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You are B1! Free English — You have earned the right to speak freely!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/ˈɡrædʒueɪt/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төгсөх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Congratulations — you have graduated!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/əˈtʃiːvmənt/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амжилт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your greatest achievement yet.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/ˈfluːənt/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чөлөөтэй ярих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now a fluent B1 speaker!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/ˌɪntəˈmiːdiət/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дунд түвшин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have reached intermediate level!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proficient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/prəˈfɪʃənt/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чадварлаг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proficient in English now.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/ˈkeɪpəbəl/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чадвартай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capable of complex communication.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articulate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/ɑːrˈtɪkjʊlɪt/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тодорхой ярих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articulate nuanced ideas.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/ˈkɒnfɪdənt/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итгэлтэй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speak English confidently.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sophisticated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/səˈfɪstɪkeɪtɪd/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нарийн / дэвшилтэт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grammar is sophisticated.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versatile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/ˈvɜːrsətaɪl/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олон талтай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versatile in English.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accomplished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/əˈkʌmplɪʃt/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амжилт гаргасан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an accomplished learner you are!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perseverance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/ˌpɜːrsɪˈvɪərəns/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тэвчээр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perseverance has been extraordinary.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/ˌdɛdɪˈkeɪʃən/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зориулалт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dedication changed your life.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/ˌtrænsfərˈmeɪʃən/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өөрчлөлт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 transformation in 90 days!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/ˈmaɪlstoʊn/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чухал үе шат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the greatest milestone so far!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limitless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/ˈlɪmɪtlɪs/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хязгааргүй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opportunities are now limitless.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inspire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/ɪnˈspaɪər/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урам зориг өгөх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will inspire others to study English.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/kənˈtɪnjuː/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үргэлжлүүлэх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to C1 — the journey goes on!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extraordinary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/ɪkˈstrɔːrdɪˌnɛri/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гайхалтай / онцгой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have done something extraordinary!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/biˈɒnd/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цаад / дараагийн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lies beyond B1? Everything!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Perseverance /ˌpɜːrsɪˈvɪərəns/ — 4 syllables · Transformation /ˌtrænsfərˈmeɪʃən/ — 4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Accomplished — 3 үе: uh-KOM-plisht. Sophisticated — 5 үе: suh-FIS-tih-kay-tid. Extraordinary — 5 үе: ik-STROR-dih-neh-ree.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You are B1! Free English — You have earned the right to speak freely!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 — You have completed the full 90-day program! In 90 days you mastered: Book 1 (A1): 25+ grammar structures — basic tenses, modal verbs, questions, basic communication. Book 2 (A2): 30+ grammar structures — Present Perfect, conditionals 1&amp;2, passive, reported speech, comparatives, complex sentences. Book 3 (B1): 30+ grammar structures — advanced tenses, all conditionals, complex modals, academic writing, formal English, discourse markers, emphasis structures, Future Perfect. Total: 1,800+ words · 85+ grammar structures · 270 exercises · 270 listening scripts · 270 role plays. YOU ARE B1!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БАЯР ХҮРГЭЕ — Та 90 хоногийн хөтөлбөрийг бүрэн дуусгасан! 90 хоногт та эзэмшсэн: Ном 1 (A1): 25+ дүрмийн бүтэц. Ном 2 (A2): 30+ дүрмийн бүтэц. Ном 3 (B1): 30+ дүрмийн бүтэц. Нийт: 1,800+ үг · 85+ дүрмийн бүтэц · 270 дасгал · 270 сонсох текст · 270 дүрд тоглох. ТА B1 ТҮВШИНД ХҮРСЭН!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Complete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tenses · Modals · Questions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you communicate basics?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— Анхан шат 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Complete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 · Conditionals 1&amp;2 · Passive · Reported speech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you handle A2 topics?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— Дунд шат 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Complete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tenses · All conditionals · Formal · Academic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you handle B1 complexity?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— Дэвшилтэт шат 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can 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abilities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 · Debate · Write formally · Tell stories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you do all of this?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бүгдийг хийж чадна! 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next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 preview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Perfect Continuous · Inversion · Cleft sentences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you ready?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 таны хүлээж байна! 🌟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completed: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90 days of consistent study · ✅ 1,800+ new words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85+ grammar structures · ✅ All 4 skills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Books 1, 2, and 3 — COMPLETE!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дуусгасан: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90 өдрийн тогтмол судалгаа · ✅ 1800+ шинэ үг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85+ дүрмийн бүтэц · ✅ 4 чадвар · ✅ 3 ном бүгдийг!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NOT failed. You have NOT given up. You have NOT stayed at A1. The ONLY mistake would be to STOP NOW — so KEEP GOING! Continue to C1!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do with your English now? WHERE will English take you? WHO will you inspire? HOW will you continue growing toward C1?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now do at B1: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Understand most English in familiar situations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Discuss past, present, and future naturally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Express opinions and debate politely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Write formally — emails, essays, reports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Read news articles and academic texts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ALL conditional types fluently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Sound professional and sophisticated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'making mistakes' — you are COMMUNICATING! ✅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imperfect sentence is still COMMUNICATION — celebrate it! ✅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real mistake is thinking you are not good enough. YOU ARE! ✅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going. C1 is waiting. The world is waiting. And you are ready! 🌟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 90 days, I _____ studied English consistently. (have — Present Perfect)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амжилт гаргасан!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What I _____ most is how English has changed my thinking. (love — emphasis)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love most IS...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Although it _____ been difficult, it has been worth every moment. (has — concession)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Concession clause!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By completing this course, I _____ proven that dedication works. (have — Present Perfect)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Амжилт!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It is _____ that has opened this world for me. (dedication — emphasis)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dedication THAT...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 _____ have reached B1 without this commitment. (wouldn't — conditional)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Wouldn't have!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The thing that _____ me most is the person I have become. (strikes — emphasis)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thing that strikes...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I _____ continue learning — English is a lifelong journey! (will)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continue! 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ALL correct! Every answer reflects 90 days of learning. YOU DID IT! 🎓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 · ӨДӨР 90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90. B1 Graduation Day.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Ninety days ago, Bat and Sarnai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sitting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nervously at their desks, wondering if they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ever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speak English fluently. Today, they stand before their class and speak with confidence, precision, and joy.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have discovered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that language learning is not about memorising rules — it is about finding your voice in a new world.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Although the journey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has been challenging,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the challenges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made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them stronger.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completing this course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they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have proven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90 days of dedication can change a life.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thing that matters most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not where you started — it is how far you have come. And today, they have come further than they ever imagined possible. 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love most about English is...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Англи хэлний тухай хамгийн таалагддаг зүйл бол...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Emphasis — What I love most 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English that changed my life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Миний амьдралыг өөрчилсөн нь яг англи хэл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+ X + that cleft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Although the journey has been challenging...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Хэдий хэцүү байсан ч гэсэн...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Concession clause — Although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completing this course, I will have proven...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Курсаа дуусгаснаар нотолсон байх болно...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Perfect + by + -ing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thing that matters most is the journey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чухал зүйл бол аялал өөрөө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thing that + IS emphasis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continue to C1 — the journey goes on!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C1-рүү үргэлжлүүлнэ — аялал үргэлжилнэ!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Simple — commitment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Introduce yourself in English — completely and confidently — at B1 level!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What was the most useful grammar you learned across all 90 days?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Use a relative clause: describe someone who inspired you during these 90 days.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Use reported speech: what did your teacher tell you during this program?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If you hadn't studied English for 90 days, what would be different now? (Mixed Conditional!)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What are you going to do next to continue improving? Make a real plan!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Congratulations on completing 90 days!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Thank you! I can't believe I've made it this far.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was the hardest grammar for you?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The conditionals — first, second, third, and mixed! But I got there.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Which topic did you enjoy most?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Relative clauses and emphasis structures — they made my sentences shine!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are you going to do now?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I'm going to start working toward C1. No breaks!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If you could describe your English journey in one sentence?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 is the 90 days of dedication that have transformed not just my English, but who I am!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Any advice for someone starting Book 1?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Never give up. The student who perseveres will always succeed!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YOU DID IT! 90 days. 1,800+ words. 85+ grammar structures. Books 1, 2, and 3 — COMPLETE. You are officially B1. This is not the end — it is the most exciting beginning. The world speaks English. And now, SO DO YOU! 🎓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 · ӨДӨР 90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our B1 Graduation Day! How do you feel, Bat?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feel incredibly proud! When I started Day 31 of Book 2, I could barely use Present Perfect. Now I can use passive voice, reported speech, mixed conditionals, emphasis structures, and Future Perfect!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extraordinary progress! Sarnai — what has changed for you?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Everything! I can now express my opinions confidently, agree and disagree politely, write formally, and describe my art in English to international audiences. What I find most amazing is that I now THINK in English!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both worked so consistently. What will you do next?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going to work toward C1 together! I told Sarnai that we wouldn't stop until we could do everything in English — fluently and naturally.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 said nothing could stop us now. The student who studies every day WILL always succeed — and we have proved it!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both extraordinary. I am so proud of you. Congratulations — you are officially B1! 🎓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Bat feel on graduation day?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tired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incredibly proud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nervous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could Bat barely do at the start of Book 2?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speak at 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use Present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write in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structures can Bat now use? (from his answer)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only Present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passive, reported speech, mixed conditionals, emphasis, Future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only comparatives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say most amazes her?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her grammar knowledge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her vocabulary size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she now THINKS in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whom can Sarnai describe her art?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only Mongolian people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international audiences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her family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are Bat and Sarnai going to do next?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take a long break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work toward C1 together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restart Book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did Bat tell Sarnai?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they would stop at B1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they wouldn't stop until they could do everything fluently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they needed more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say about students who study every day?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they get tired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they forget grammar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they will always succeed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call them?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good students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hardworking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extraordinary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level have they officially reached?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B2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B1 graduation — all grammar mixed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studied English for 90 days. (have — Present Perfect)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If I continue, I _____ become fluent at C1. (will — Future Simple)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English _____ spoken worldwide. (is — Present Passive)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said she _____ proud of us. (was — Reported Speech)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The student _____ never gave up succeeded! (who — Relative Clause)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 completely _____ — this is an extraordinary achievement! (agree)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Present Perfect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идэвхгүй хэлбэр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Conditional 1, 2, 3 &amp; Mixed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нөхцөлт өгүүлбэр бүгд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Passive voice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харьцааны өгүүлбэр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Reported Speech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туршлага / хугацаа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Relative Clause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өгүүллэгийн яриа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letter to your Day 1 self — what have you learned? What are you going to do next?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Review ALL 1,800+ words from Books 1, 2, and 3 — you have an extraordinary vocabulary!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Record yourself for 3 minutes speaking about your 90-day journey — celebrate every word!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🚀 Continue to C1! — Future Perfect Continuous · Inversion · Advanced Cleft Sentences · C1 awaits!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1-have · 2-will · 3-is · 4-was · 5-who · 6-agree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 · 2-B · 3-A · 4-E · 5-C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3-b · 4-c · 5-b
6-b · 7-b · 8-c · 9-c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90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1800+ үг суралцсан (Book 1+2+3) · 1800+ total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Бүх B1 дүрэм · All B1 grammar mastered (30+ structures)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Бүх 4 дадлага · All 4 skills at B1 level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90 өдрийн тогтмол суралцалт · 90 days consistent!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Нарийн санааг илэрхийлэх чадвар · Can express complex ideas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🏆 B1 CERTIFICATE EARNED · BOOK 3 COMPLETE! 🎓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🌟 Ready for C1 — the journey continues!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You are officially B1! Congratulations!!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2026-04-12T11:07:16Z</dcterms:created>
  <dcterms:modified xsi:type="dcterms:W3CDTF">2026-04-12T11:07:16Z</dcterms:modified>
</cp:coreProperties>
</file>