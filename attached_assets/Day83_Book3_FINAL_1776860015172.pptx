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83 · ӨДӨР 83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5A1A8C"/>
          </a:solidFill>
          <a:ln w="12700">
            <a:solidFill>
              <a:srgbClr val="5A1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&amp; Academic Life  ·  Их дээд сургууль &amp; Академийн амьдрал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Academic vocabulary + formal tone — essays and presentations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5A1A8C"/>
          </a:solidFill>
          <a:ln w="12700">
            <a:solidFill>
              <a:srgbClr val="5A1A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/ˈɑːrɡjuː/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баримтлах / маргах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essay argues that English is vital.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/səˈdʒɛst/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санал болгох / харуулах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evidence suggests that...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/ˈdɛmənstreɪt/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харуулах / нотлох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 demonstrates a clear trend.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/ˈænəlaɪz/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шинжлэх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will analyse the causes and effects.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/ɪˈvæljueɪt/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үнэлэх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must evaluate the evidence carefully.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/sɪɡˈnɪfɪkənt/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чухал / ач холбогдолтой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has been a significant increase.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/kənˈsɪdərəbəl/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нэлээд / тодорхой хэмжээний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considerable amount of research shows...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substantial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/səbˈstænʃəl/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томоохон / нэлээд их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substantial evidence for this.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furthermore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/ˈfɜːðərˌmɔːr/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мөн түүнчлэн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Furthermore, the data confirms this.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/ˈkɒnsɪkwəntli/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үр дүнд нь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Consequently, action must be taken.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addition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 əˈdɪʃən/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нэмж хэлэхэд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addition, studies have shown that...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suggests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/ðɪs səˈdʒɛsts/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энэ нь ... -ийг харуулж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suggests that more research is needed.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/ˈɛvɪdəns/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нотолгоо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evidence clearly supports this claim.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/kənˈkluːd/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дүгнэлт гаргах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can conclude that English is essential.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/haɪˈpɒθɪsɪs/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таамаглал (шинжлэх ухааны)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hypothesis was supported by data.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conclusion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 kənˈkluːʒən/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дүгнэлт болгон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conclusion, English is the global language.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sum up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/tuː sʌm ʌp/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нэгтгэж хэлэхэд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sum up, practice is the key to fluency.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/saɪt/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эш татах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cite your sources in essays.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/ˈθiːsɪs/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үндсэн санаа / дипломын ажил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your thesis clearly in paragraph one.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/krɪˈtiːk/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шүүмжлэл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critical analysis must include a critique.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Hypothesis /haɪˈpɒθɪsɪs/ — 4 syllables · Consequently /ˈkɒnsɪkwəntli/ — 4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— 4 үе: hy-POT-ih-sis. Evaluate — 4 үе: ih-VAL-yoo-ayt. Demonstrate — 3 үе: DEM-un-strayt.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Academic vocabulary + formal tone — essays and presentations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ENGLISH uses specific vocabulary and structures. Key academic phrases: INTRODUCTION: 'This essay argues that...' / 'This paper examines...' / 'The aim of this essay is to...' ADDING POINTS: 'Furthermore / In addition / Moreover...' SHOWING RESULT: 'Consequently / Therefore / As a result...' SHOWING EVIDENCE: 'The evidence suggests...' / 'This demonstrates...' / 'Studies show...' CONCLUSION: 'In conclusion...' / 'To sum up...' / 'This analysis has shown...' Avoid: 'I think', 'I believe', 'This shows', 'Also', 'And', 'But' → Use formal alternatives.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АКАДЕМИЙН АНГЛИ нь тусгай үгс ба бүтэц хэрэглэдэг. Гол академийн хэллэгүүд: ОРШИЛ: 'This essay argues that...' / 'This paper examines...' НЭМЭЛТийн: 'Furthermore / In addition / Moreover...' ҮР ДҮН: 'Consequently / Therefore / As a result...' НОТОЛГОО: 'The evidence suggests...' / 'This demonstrates...' ДҮГНЭЛТ: 'In conclusion...' / 'To sum up...' Зайлсхийх: 'I think', 'I believe', 'This shows', 'Also', 'And', 'But' → Бүдүүвч хувилбар хэрэглэ.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essay argues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essay argues that English is vital.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эссэний оршил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Furthermore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adding point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Furthermore, data supports this.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нэмэлт санаа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Consequently, action must be taken.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үр дүн / шалтгаан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evidence suggests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evidence suggests a clear link.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нотолгоо харуулах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conclusion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conclusion, English is essential.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дүгнэлт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→ Formal: 'I think' → 'This suggests' / 'Also' → 'Furthermore'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'But' → 'However' / 'And' → 'In addition' / 'Shows' → 'Demonstrates'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contractions in academic writing!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Хэвийн → Академийн: 'I think' → 'The evidence suggests' · 'Also' → 'Furthermore'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'Shows' → 'Demonstrates' · 'And' → 'In addition'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Академийн бичигт ТОВЧИЛСОН ХЭЛБЭР байхгүй!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writing: Do NOT use 'I think', 'I believe', 'kind of', 'a lot'. Use: 'Evidence suggests', 'This demonstrates', 'significant', 'substantial'.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Academic: WHAT does the evidence SUGGEST? WHAT does this DEMONSTRATE? WHAT can we CONCLUDE from this data?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essay: 'This essay argues that...'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points: Furthermore / Moreover / In addition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 result: Consequently / Therefore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 evidence: The evidence suggests / demonstrates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Conclude: In conclusion / To sum up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Avoid: I think, shows, also, but, a lot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think English is important.  ✅ The evidence SUGGESTS that English is crucial. (academic!)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Also, English is useful.  ✅ FURTHERMORE, English demonstrates significant utility.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This shows that people need English.  ✅ This DEMONSTRATES that English proficiency is essential.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 conclusion, it's a big deal.  ✅ In conclusion, English represents a CONSIDERABLE advantage.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'I think' → academic: The evidence _____ that... (suggests)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'Also' → academic: _____ , studies confirm this. (Furthermore)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'Shows' → academic: This _____ a clear trend. (demonstrates)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'So' → academic: _____, action must be taken. (Consequently)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'A big difference' → academic: A _____ difference. (significant)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Start essay: This essay _____ that English is vital. (argues)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'And' → academic: _____ addition, data supports... (In)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End essay: _____ conclusion, English is essential. (In)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1-suggests · 2-demonstrates · 3-significant · 4-In · 5-Furthermore · 6-Consequently · 7-argues · 8-In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83 · ӨДӨР 83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5A1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Sarnai writes her first university-style essay.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essay argues that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 proficiency is essential for Mongolian students in the 21st century.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suggests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graduates with strong English skills earn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significantly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higher salaries.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Furthermore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international opportunities are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considerably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more accessible to English speakers.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addition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research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demonstrates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English proficiency improves critical thinking.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Consequently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schools should invest more in English education.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conclusion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the data clearly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view that English is not merely useful — it is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substantial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advantage."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essay argues that...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Энэхүү эссэ ... гэж баримталдаг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essay opening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evidence suggests that...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Нотолгоо нь ... -ийг харуулж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showing evidence academically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demonstrates a clear trend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Энэ нь тодорхой хандлагыг харуулж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 = academic 'show'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Furthermore, studies confirm...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Мөн түүнчлэн судалгаа баталж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furthermore = academic 'also'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Consequently, action must be taken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Үр дүнд нь арга хэмжээ авах ёстой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consequently = academic 'so'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conclusion, English is essential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Дүгнэлт болгон, англи хэл зайлшгүй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conclusion opener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Transform: 'I think English is important' → academic language.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is the academic word for 'shows'? Use it in a sentence.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Start an academic essay about English in Mongolia in one sentence.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academic word replaces 'Also' at the start of a sentence?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How do you conclude an academic essay? Give the opening phrase.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Give me an academic sentence about the importance of education.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do you start an academic essay?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'This essay argues that...' or 'This paper examines...'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replaces 'I think' in academic writing?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'The evidence suggests...' or 'Research demonstrates...'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What's the academic version of 'also'?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'Furthermore' or 'Moreover' or 'In addition'!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And 'so' or 'therefore'?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'Consequently' or 'As a result' or 'Therefore'!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about 'a big problem'?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'A significant issue' or 'a considerable challenge'!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You sound like a university professor!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Ha! It is likely that I will become one someday!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Academic English is a special register! Use 'Furthermore', 'In addition', 'Consequently', 'This suggests that' instead of 'Also', 'And', 'So', 'This shows'. These words immediately make your writing sound university-level!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83 · ӨДӨР 83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academic vocabulary! I'll give you informal English — you make it academic. Ready? 'I think English is important.'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suggests that English proficiency is of considerable importance in today's global context!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'Also, many students benefit from English.'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Furthermore, a substantial number of students demonstrate significant improvements in career prospects through English acquisition.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Outstanding! 'So, schools should teach more English.'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Consequently, educational institutions should allocate considerable resources to English language instruction.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of you are writing like university students! Academic vocabulary elevates your English to a completely new level. I am so proud!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academic phrase replaces 'I think'?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seems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evidence suggests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 believe strongly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academic version of 'shows'?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demonstrates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means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instead of 'I think English is important'?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evidence suggests English is of considerable importance.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 think English is very important.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English seems important to me.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academic word does Sarnai use instead of 'Also'?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Moreover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Furthermore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In addition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academic word does Sarnai use instead of 'many'?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lot of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lots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substantial number of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instead of 'So, schools should...'?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Therefore schools might...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Consequently, educational institutions should...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So, schools must...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academic vocabulary does?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makes writing longer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elevates English to a new level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makes writing more complicated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 substantial advantage' replaces...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big advantage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real advantage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an important advantage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'This essay argues that' is used...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in the conclusion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in the body paragraphs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in the introduction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English avoids...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formal vocabulary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contractions and informal words like 'I think'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long sentences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academic vocabulary replacements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'I think' → The evidence _____ that... (suggests)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'Shows' → This _____ a clear trend. (demonstrates)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'Also' → _____ , studies confirm this. (Furthermore)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'So' → _____, action must be taken. (Consequently)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'Start essay' → This essay _____ that English is vital. (argues)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'End essay' → _____ conclusion, English is essential. (In)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This essay argues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нотолгоо харуулах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Furthermore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үр дүн / шалтгаан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 evidence suggests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эссэний оршил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Consequently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нэмэлт санаа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In conclusion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дүгнэлт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5-sentence academic paragraph about English learning using: argues / suggests / furthermore / consequently / in conclusion.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Replace these informal words with academic ones: think, shows, also, big, so, but, good.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Give a 1-minute academic presentation on 'Why English matters for Mongolia's future.'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Academic vocabulary: argues / suggests / demonstrates / furthermore / consequently / significant / in conclusion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1-suggests · 2-demonstrates · 3-Furthermore · 4-Consequently · 5-argues · 6-In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2-D · 3-A · 4-B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2-a · 3-a · 4-b · 5-c
6-b · 7-b · 8-a · 9-c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83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академийн үг · 20 academic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Academic vocabulary + formal tone — essays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Сарнайн эссэ уншсан · Read Sarnai's essay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Academic speaking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Академийн англиар бичиж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84: Business &amp; Economics — Noun phrases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2026-04-11T02:56:26Z</dcterms:created>
  <dcterms:modified xsi:type="dcterms:W3CDTF">2026-04-11T02:56:26Z</dcterms:modified>
</cp:coreProperties>
</file>