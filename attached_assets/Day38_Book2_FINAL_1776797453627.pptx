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692640"/>
  <p:notesSz cx="969264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38 · ӨДӨР 38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and Enough  ·  Too ба Enough — хэтэрхий ба хүрэлцэхгүй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Page 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64592" y="630936"/>
            <a:ext cx="6528816" cy="182880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" y="630936"/>
            <a:ext cx="6419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Learn 20 words   ✦ Grammar: Too / Enough — expressing excess and sufficiency   ✦ Cover &amp; test yourself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9222" y="874166"/>
            <a:ext cx="331012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59536"/>
            <a:ext cx="331012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859536"/>
            <a:ext cx="331012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115568"/>
            <a:ext cx="331012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8595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Vocabulary — 20 New Words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" y="1124712"/>
            <a:ext cx="3182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3 times · Cover Mongolian &amp; test yourself!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1289304"/>
          <a:ext cx="3200400" cy="914400"/>
        </p:xfrm>
        <a:graphic>
          <a:graphicData uri="http://schemas.openxmlformats.org/drawingml/2006/table">
            <a:tbl>
              <a:tblPr/>
              <a:tblGrid>
                <a:gridCol w="182880"/>
                <a:gridCol w="610819"/>
                <a:gridCol w="610819"/>
                <a:gridCol w="794065"/>
                <a:gridCol w="1038393"/>
              </a:tblGrid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C7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C7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Pronunciation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Дуудлага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C7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C7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sentence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C7B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/tuː/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хэтэрхий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jacket is too expensive.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enough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/ɪˈnʌf/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хангалттай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don't have enough money.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enough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/nɒt ɪˈnʌf/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хангалтгүй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room is not big enough.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much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/tuː mʌtʃ/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хэтэрхий их (тоолшгүй)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ate too much food.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many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/tuː ˈmɛni/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хэтэрхий олон (тоолж болох)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There are too many people.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hot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/tuː hɒt/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хэтэрхий халуун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soup is too hot to eat.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cold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/tuː koʊld/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хэтэрхий хүйтэн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too cold to go outside.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tired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/tuː ˈtaɪərd/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хэтэрхий ядарсан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am too tired to study.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difficult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/tuː ˈdɪfɪkəlt/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хэтэрхий хэцүү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exam is too difficult.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 enough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/bɪɡ ɪˈnʌf/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хангалттай том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room is big enough.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enough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/fɑːst ɪˈnʌf/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хангалттай хурдан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am not fast enough to win.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enough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/ɡʊd ɪˈnʌf/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хангалттай сайн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 English is good enough.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 enough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/oʊld ɪˈnʌf/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хангалттай насжсан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is old enough to drive.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 enough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/wɔːrm ɪˈnʌf/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хангалттай дулаан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not warm enough to swim.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enough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/strɒŋ ɪˈnʌf/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хангалттай хүчтэй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is strong enough to carry it.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+ verb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/tuː + vɜːrb/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хийх (зорилго)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tired to study.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/soʊ/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тиймэрхүү / маш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am so tired today.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/sʌtʃ/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ийм / тийм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such a beautiful day!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/kwaɪt/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нэлээд / харьцангуй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is quite good at English.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rather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/ˈrɑːðər/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нэлээд / харьцангуй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rather difficult today.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219456" y="9290304"/>
            <a:ext cx="3200400" cy="219456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" y="929944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Enough /ɪˈnʌf/ — stress on 2nd syllable: uh-NUFF · Too /tuː/ — rhymes with 'blue' and 'do'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— 2 үе, 2-р үе дээр хүчлэнэ: uh-NUFF. Too /tuː/ — 'do'-тэй адил дуутай. Тус бүрийг 3 удаа хэлнэ үү!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580790" y="874166"/>
            <a:ext cx="312724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66160" y="859536"/>
            <a:ext cx="312724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6160" y="859536"/>
            <a:ext cx="3127248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66160" y="1115568"/>
            <a:ext cx="3127248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0" y="85953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Grammar — Too / Enough — expressing excess and sufficiency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657600" y="1124712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step by step  ·  Алхам алхмаар судлаарай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648456" y="128930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means MORE THAN NEEDED (negative meaning, there is a problem): too hot, too tired, too expensive. It comes BEFORE adjectives. ENOUGH means THE RIGHT AMOUNT (neutral or positive): big enough, fast enough. It comes AFTER adjectives. NOT ENOUGH means LESS THAN NEEDED: not big enough, not fast enough. Pattern: too + adj + to + verb → 'The soup is too hot TO EAT.'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648456" y="17099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нь ХЭРЭГЦЭЭНЭЭС ИХ (сөрөг утга, асуудал байгаа) гэсэн утгатай: too hot, too tired, too expensive. Тэмдэг нэрийн ӨМНӨ ирдэг. ENOUGH нь ЗОХИСТОЙ ХЭМЖЭЭг (саармаг эсвэл эерэг) илэрхийлдэг. Тэмдэг нэрийн ДАРАА ирдэг. NOT ENOUGH нь ХЭРЭГЦЭЭНД ХҮРЭХГҮЙ: not big enough. Хэлбэр: too + тэмдэг нэр + to + үйлүг.</a:t>
            </a:r>
            <a:endParaRPr lang="en-US" sz="7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39312" y="2075688"/>
          <a:ext cx="2980944" cy="914400"/>
        </p:xfrm>
        <a:graphic>
          <a:graphicData uri="http://schemas.openxmlformats.org/drawingml/2006/table">
            <a:tbl>
              <a:tblPr/>
              <a:tblGrid>
                <a:gridCol w="417332"/>
                <a:gridCol w="417332"/>
                <a:gridCol w="536570"/>
                <a:gridCol w="536570"/>
                <a:gridCol w="536570"/>
                <a:gridCol w="536570"/>
              </a:tblGrid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−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+ adj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too hot.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not too hot.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it too hot?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хэтэрхий ...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 + enough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sufficient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big enough.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not big enough.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it big enough?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хангалттай ...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+ adj + to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tired to study.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too tired to study.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tired to go?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хэтэрхий ... хийх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much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uncountable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ate too much food.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didn't eat too much.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you eat too much?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хэтэрхий их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many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countable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many people here.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too many people.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there too many?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хэтэрхий олон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3639312" y="3273552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657600" y="3273552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 Key Forms / Товчилсон хэлбэр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3639312" y="3438144"/>
            <a:ext cx="2980944" cy="274320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657600" y="3465576"/>
            <a:ext cx="1639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+ adjective = BEFORE adjective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adjective + enough = AFTER adjective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+ adjective + enough = not big enough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5297119" y="3465576"/>
            <a:ext cx="1311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— тэмдэг нэрийн ӨМНӨ · ENOUGH — тэмдэг нэрийн ДАРАА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Энэ дарааллыг мартаж болохгүй!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3639312" y="3749040"/>
            <a:ext cx="2980944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657600" y="3749040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Rules &amp; Usage / Дүрэм &amp; Хэрэглэгдэх хүрээ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3639312" y="3913632"/>
            <a:ext cx="2980944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657600" y="394106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B8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room is NOT BIG ENOUGH. I am NOT FAST ENOUGH. There are NOT ENOUGH chairs here.
</a:t>
            </a:r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TOO HOT? Is it BIG ENOUGH? Is there ENOUGH time? Are there TOO MANY people?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Grammar Tip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solidFill>
            <a:srgbClr val="B83030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Mistakes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3639312" y="4425696"/>
            <a:ext cx="1463040" cy="2144817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666744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TOO = problem! Too hot to eat. Too tired to work.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ENOUGH = just right. Big enough. Fast enough.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too + adj (before) · adj + enough (after)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too much (uncountable) · too many (countable)</a:t>
            </a:r>
            <a:endParaRPr lang="en-US" sz="780" dirty="0"/>
          </a:p>
        </p:txBody>
      </p:sp>
      <p:sp>
        <p:nvSpPr>
          <p:cNvPr id="50" name="Shape 46"/>
          <p:cNvSpPr/>
          <p:nvPr/>
        </p:nvSpPr>
        <p:spPr>
          <a:xfrm>
            <a:off x="5138928" y="4425696"/>
            <a:ext cx="1463040" cy="2144817"/>
          </a:xfrm>
          <a:prstGeom prst="rect">
            <a:avLst/>
          </a:prstGeom>
          <a:solidFill>
            <a:srgbClr val="FDECEA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166360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The soup is too much hot.  ✅ The soup is TOO hot.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She is enough fast.  ✅ She is fast ENOUGH.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There are too much cars.  ✅ There are TOO MANY cars.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 am too much tired.  ✅ I am TOO tired.</a:t>
            </a:r>
            <a:endParaRPr lang="en-US" sz="780" dirty="0"/>
          </a:p>
        </p:txBody>
      </p:sp>
      <p:sp>
        <p:nvSpPr>
          <p:cNvPr id="52" name="Shape 48"/>
          <p:cNvSpPr/>
          <p:nvPr/>
        </p:nvSpPr>
        <p:spPr>
          <a:xfrm>
            <a:off x="3639312" y="6607089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657600" y="6607089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Practice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3639312" y="6771681"/>
            <a:ext cx="2980944" cy="2902671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6799113"/>
          <a:ext cx="2944368" cy="914400"/>
        </p:xfrm>
        <a:graphic>
          <a:graphicData uri="http://schemas.openxmlformats.org/drawingml/2006/table">
            <a:tbl>
              <a:tblPr/>
              <a:tblGrid>
                <a:gridCol w="1472184"/>
                <a:gridCol w="1472184"/>
              </a:tblGrid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This coffee is _____ hot to drink. (too)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There are _____ people here! (too many)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She is not tall _____. (enough)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I am _____ tired to study. (too)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The room is not big _____. (enough)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I don't have _____ time. (enough)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He is old _____ to drive. (enough)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I ate _____ food. Now I feel sick! (too much)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</a:tbl>
          </a:graphicData>
        </a:graphic>
      </p:graphicFrame>
      <p:sp>
        <p:nvSpPr>
          <p:cNvPr id="56" name="Text 51"/>
          <p:cNvSpPr/>
          <p:nvPr/>
        </p:nvSpPr>
        <p:spPr>
          <a:xfrm>
            <a:off x="3666744" y="934113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Answers: 1-too · 2-enough · 3-enough · 4-enough · 5-too many · 6-too · 7-enough · 8-too much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38 · ӨДӨР 38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Speaking  ·  Унших ба Ярих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Page 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86537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Reading Passage / Унших дасгал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= today's vocab · Read aloud at least twice!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380744"/>
          </a:xfrm>
          <a:prstGeom prst="rect">
            <a:avLst/>
          </a:prstGeom>
          <a:solidFill>
            <a:srgbClr val="EBF5F0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1069848"/>
            <a:ext cx="6236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0D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 wants to buy a new phone, but there is a problem. 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phone is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B8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 expensive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he doesn't have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E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enough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money. He works part-time but his salary is not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E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enough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yet. He is also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B8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 busy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work more hours because school takes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B8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 much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time. His room is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B8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 small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there are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B8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 many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things in it already. But Bat is not giving up! He says: "I am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E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enough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find a solution and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E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 enough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keep trying. Next month I will have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E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enough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money — I just need to be patient!"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9222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551176"/>
            <a:ext cx="3218688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07208"/>
            <a:ext cx="3218688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Key Phrases &amp; Translation / Гол хэллэг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Цээжил! · Memorize these phrases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2971800"/>
          <a:ext cx="3108960" cy="914400"/>
        </p:xfrm>
        <a:graphic>
          <a:graphicData uri="http://schemas.openxmlformats.org/drawingml/2006/table">
            <a:tbl>
              <a:tblPr/>
              <a:tblGrid>
                <a:gridCol w="1057046"/>
                <a:gridCol w="1057046"/>
                <a:gridCol w="994867"/>
              </a:tblGrid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Phrase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 / Монгол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 Note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is too expensive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Энэ хэтэрхий үнэтэй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+ adjective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don't have enough money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Надад хангалтттай мөнгөгүй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+ enough + noun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room is not big enough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Өрөө хангалттай том биш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adjective + enough (after!)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am too tired to study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хэтэрхий ядарсан тул судалж чадахгүй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+ adj + to + verb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There are too many people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Хэтэрхий олон хүн байна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many + countable noun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is old enough to drive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жолоо барихад хангалттай насжсан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 + enough + to + verb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55117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0720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🗣️  Speaking Practice / Ярих дасгал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566160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— don't write, just speak!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557016" y="297180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in English — do not write, just speak!
</a:t>
            </a:r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Англиар ЧАНГААР хариулаарай — бичихгүй, зөвхөн ярь!</a:t>
            </a:r>
            <a:endParaRPr lang="en-US" sz="8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64408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 Is English too difficult for you? Or is it easy enough?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 Is your room big enough? Or is it too small?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 Do you have enough time to study every day?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 Have you ever eaten too much? When?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 Are there too many students in your class?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 What is something that is too expensive for you right now?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179222" y="4467758"/>
            <a:ext cx="6528816" cy="511149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64592" y="4453128"/>
            <a:ext cx="6528816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64592" y="445312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64592" y="470916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56032" y="44531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 Role Play / Дүрд тоглох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256032" y="47183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Найзтайгаа дадлагал · Repeat until it sounds natural!</a:t>
            </a:r>
            <a:endParaRPr lang="en-US" sz="75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" y="4873752"/>
          <a:ext cx="6382512" cy="914400"/>
        </p:xfrm>
        <a:graphic>
          <a:graphicData uri="http://schemas.openxmlformats.org/drawingml/2006/table">
            <a:tbl>
              <a:tblPr/>
              <a:tblGrid>
                <a:gridCol w="3191256"/>
                <a:gridCol w="3191256"/>
              </a:tblGrid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Why didn't you buy the jacket?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It was too expensive! I didn't have enough money.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How much was it?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50,000 tugrik. Way too much for me right now.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Is your English good enough to talk to tourists?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Almost! I am not confident enough yet.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Really? But your English is great!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Thank you! But I need more practice.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Are there too many students in your class?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Yes! There are too many — 45 students!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That's a lot. Is the classroom big enough?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No, it's too small. We are very crowded!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hape 40"/>
          <p:cNvSpPr/>
          <p:nvPr/>
        </p:nvSpPr>
        <p:spPr>
          <a:xfrm>
            <a:off x="237744" y="9381744"/>
            <a:ext cx="63825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92608" y="9390888"/>
            <a:ext cx="6272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A2 Tip: At A2 level, give full answers with comparisons! Don't say 'yes' — say 'Yes, Seoul is bigger than Ulaanbaatar because...'  ·  Харьцуулах үгс хэрэглэж дэлгэрэнгүй хариулт өг!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38 · ӨДӨР 38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· Practice · Homework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Page 3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95681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🎧  Listening Script / Сонсох текст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questions WITHOUT looking at the text!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481328"/>
          </a:xfrm>
          <a:prstGeom prst="rect">
            <a:avLst/>
          </a:prstGeom>
          <a:solidFill>
            <a:srgbClr val="F4F8FC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069848"/>
            <a:ext cx="62727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learn 'too' and 'enough'. Bat, why didn't you go running this morning?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was too tired! And it was too cold outside — minus 25 degrees!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Ha! Fair enough! Sarnai, is this classroom big enough for all of us?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No! It is too small. There are too many students and not enough chairs!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agree! Bat, do you have enough time to study English every day?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yes, sometimes no. Some days I am too busy with other subjects.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your English good enough to have a conversation?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Yes! I think it is good enough for basic conversation now. But not good enough for business yet!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79222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642616"/>
            <a:ext cx="3218688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98648"/>
            <a:ext cx="321868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Comprehension Questions (10)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90779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answer.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63240"/>
          <a:ext cx="3090672" cy="914400"/>
        </p:xfrm>
        <a:graphic>
          <a:graphicData uri="http://schemas.openxmlformats.org/drawingml/2006/table">
            <a:tbl>
              <a:tblPr/>
              <a:tblGrid>
                <a:gridCol w="247254"/>
                <a:gridCol w="1236269"/>
                <a:gridCol w="1607149"/>
              </a:tblGrid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didn't Bat go running?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too busy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too tired and too cold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not enough time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cold was it?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minus 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minus 35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minus 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classroom big enough?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yes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no, too small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it is fine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the problem in the classroom?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too many chairs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too many students, not enough chairs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too cold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Bat always have enough time to study?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always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never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sometimes yes, sometimes no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is Bat sometimes busy?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he works too much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other subjects take too much time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he plays too many games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Bat's English good enough for basic conversation?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no, not yet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yes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not mentioned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Bat's English not good enough for yet?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school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travel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business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'Too' comes _____ the adjective.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after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before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it doesn't matter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'Enough' comes _____ the adjective.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before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after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it doesn't matter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64261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9864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✏️  Grammar Practice &amp; Matching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529584" y="3063240"/>
            <a:ext cx="3108960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57016" y="306324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 — too / enough / too many / too much / not enough</a:t>
            </a:r>
            <a:endParaRPr lang="en-US" sz="8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27832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This coffee is _____ hot to drink. (too)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She is not tall _____. (enough)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The room is not big _____. (enough)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He is old _____ to drive. (enough)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There are _____ people here! (too many)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I ate _____ food. (too much)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3529584" y="4478731"/>
            <a:ext cx="3108960" cy="16459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557016" y="447873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— English → Mongolian</a:t>
            </a:r>
            <a:endParaRPr lang="en-US" sz="8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4643323"/>
          <a:ext cx="3108960" cy="914400"/>
        </p:xfrm>
        <a:graphic>
          <a:graphicData uri="http://schemas.openxmlformats.org/drawingml/2006/table">
            <a:tbl>
              <a:tblPr/>
              <a:tblGrid>
                <a:gridCol w="1616659"/>
                <a:gridCol w="1492301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too hot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хангалттай хурдан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enough money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хэтэрхий олон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fast enough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хэтэрхий халуун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too many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хангалттай мөнгө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not enough time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хангалтгүй цаг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41" name="Shape 36"/>
          <p:cNvSpPr/>
          <p:nvPr/>
        </p:nvSpPr>
        <p:spPr>
          <a:xfrm>
            <a:off x="179222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64592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64592" y="5916168"/>
            <a:ext cx="2115312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64592" y="6172200"/>
            <a:ext cx="21153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56032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Homework / Гэрийн даалгавар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256032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Маргааш болохоос өмнө дуусга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256032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Writing: Write 5 sentences using 'too' and 5 sentences using 'enough' about your daily life.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Describe your school using too/enough: room, students, time, books, etc.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Speaking: Answer this: 'Is your English good enough to travel to Korea alone?' Why?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TOO = before adjective (problem!) · ENOUGH = after adjective (just right or not enough!)
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2385974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2371344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2371344" y="5916168"/>
            <a:ext cx="2115312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2371344" y="6172200"/>
            <a:ext cx="2115312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2462784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Answer Key / Хариулт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2462784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honestly!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2462784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blanks: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1-too · 2-enough · 3-enough · 4-enough · 5-too many · 6-too much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 · 2-D · 3-A · 4-B · 5-E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(1–10):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 · 2-c · 3-b · 4-b · 5-c
6-b · 7-b · 8-c · 9-b · 10-b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lnSpc>
                <a:spcPct val="195000"/>
              </a:lnSpc>
              <a:buNone/>
            </a:pPr>
            <a:r>
              <a:rPr lang="en-US" sz="8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help you learn!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4592726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4578096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4578096" y="5916168"/>
            <a:ext cx="2115312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4578096" y="6172200"/>
            <a:ext cx="2115312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4669536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 Day 38 Complete!</a:t>
            </a:r>
            <a:endParaRPr lang="en-US" sz="1050" dirty="0"/>
          </a:p>
        </p:txBody>
      </p:sp>
      <p:sp>
        <p:nvSpPr>
          <p:cNvPr id="60" name="Text 55"/>
          <p:cNvSpPr/>
          <p:nvPr/>
        </p:nvSpPr>
        <p:spPr>
          <a:xfrm>
            <a:off x="4669536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completed:</a:t>
            </a:r>
            <a:endParaRPr lang="en-US" sz="750" dirty="0"/>
          </a:p>
        </p:txBody>
      </p:sp>
      <p:sp>
        <p:nvSpPr>
          <p:cNvPr id="61" name="Text 56"/>
          <p:cNvSpPr/>
          <p:nvPr/>
        </p:nvSpPr>
        <p:spPr>
          <a:xfrm>
            <a:off x="4669536" y="6345936"/>
            <a:ext cx="196900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20 too/enough үгс · 20 words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Too / Enough / Too much / Too many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Батын тухай уншсан · Read about Bat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Дасгал · Grammar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Ярих дасгал · Speaking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Сонсох · Listening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Too ба Enough-ийн ялгааг сурсан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4651248" y="9253728"/>
            <a:ext cx="1969008" cy="256032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4687824" y="9262872"/>
            <a:ext cx="191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Day 39: Relationships &amp; Preferences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2026-04-04T03:09:24Z</dcterms:created>
  <dcterms:modified xsi:type="dcterms:W3CDTF">2026-04-04T03:09:24Z</dcterms:modified>
</cp:coreProperties>
</file>