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 · ӨДӨР 59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Entertainment  ·  Ном &amp; Зугаа цэнгэл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Relative clauses — who, which, that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хэн (хүний тухай)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who studies hard will succeed.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/wɪtʃ/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нь (зүйлийн тухай)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 which I read was amazing.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/ðæt/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нь / хэн (хоёуланд)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film that we watched was great.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хаана (газрын тухай)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library where I study is quiet.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/huːz/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хэний (өмчийг заах)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artist whose work I love is Sarnai.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clause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/ˈrɛlətɪv klɔːz/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харьцааны өгүүлбэрийн хэсэг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relative clause adds information.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/dɪˈfaɪn/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тодорхойлох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defining clause tells us which 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/ˈnɒvəl/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роман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novel that I'm reading is wonderful.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/ˈɔːθər/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зохиолч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an author who writes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/ˈʒɒnrə/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жанр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fiction is a genre which I love.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/ˌrɛkəˈmɛnd/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recommend the book that she wrote.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/ɪnˈspaɪərɪŋ/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урам зоригтой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an author who is very inspiring.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/plɒt/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зохиолын хөрөнгөлт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plot that confused me was the ending.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/ˈkærɪktər/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character who I loved most was brave.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/ˈsɪəriːz/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цуврал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series that I'm watching is great.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/ˌdɒkjʊˈmɛntəri/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баримтат кино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like documentaries which teach me things.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soundtrack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/ˈsaʊndtræk/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хөгжмийн зохиол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soundtrack which plays is beautiful.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/ˈsʌbtaɪtəl/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хадмал орчуулга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use subtitles which help me learn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/striːm/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стриминг үзэх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stream movies which are in English.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шүүмж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read reviews which help me choose.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Relative /ˈrɛlətɪv/ — 3 syllables · Documentary /ˌdɒkjʊˈmɛntəri/ — 5 syllables!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3 үе: REL-uh-tiv. Genre — /ˈʒɒnrə/ — Франц гаралтай: ZHON-ruh. Documentary — 5 үе: dok-yuh-MEN-tuh-ree.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Relative clauses — who, which, that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CLAUSES add extra information about a noun using WHO, WHICH, or THAT. WHO = for people: 'The student WHO studies hard will succeed.' WHICH = for things: 'The book WHICH I read was amazing.' THAT = for both people and things (informal): 'The film THAT we watched was great.' WHERE = for places: 'The library WHERE I study is quiet.' WHOSE = for possession: 'The artist WHOSE work I love is Sarnai.' Relative clauses join two sentences: 'I know a man. He speaks 5 languages.' → 'I know a man WHO speaks 5 languages.'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ХАРЬЦААНЫ ӨГҮҮЛБЭРИЙН ХЭСЭГ (relative clause) нь нэрийн тухай WHO, WHICH, THAT ашиглан нэмэлт мэдээлэл өгдөг. WHO = хүний тухай: 'The student WHO studies hard.' WHICH = зүйлийн тухай: 'The book WHICH I read.' THAT = хоёуланд (хэвийн ярианд): 'The film THAT we watched.' WHERE = газрын тухай: 'The library WHERE I study.' Relative clause нь хоёр өгүүлбэрийг нэгтгэдэг!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who studies will pass.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student? Who studies hard.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хүний тухай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 which I read was great.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book? The one I read.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зүйлийн тухай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people/things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film that we watched was great.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film? The one we watched.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хоёуланд (хэвийн)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city where I live is Ulaanbaatar.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city? Where I live.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газрын тухай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artist whose work I love is Sarnai.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Whose work? Sarnai's.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өмчийг заах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= people · which = things · that = both (informal)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= places · whose = possession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Joining: 'I know a man' + 'He speaks English' = 'I know a man WHO speaks English.'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= хүний тухай · WHICH = зүйлийн тухай · THAT = хоёуланд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= газрын тухай · WHOSE = өмчийг заах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Хоёр өгүүлбэрийг нэгтгэнэ!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WHICH I read WAS NOT interesting. The person WHO helped me DIDN'T stay. The place WHERE we met WAS NOT open.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student that studies hardest?  WHICH book did you read?  WHERE is the library that you use?  WHOSE work do you prefer?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 = people only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= things only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that = people OR things (informal)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where = places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whose = possession (whose book, whose idea)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Relative clause always follows the noun it describes!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book who I read was great.  ✅ The book WHICH I read was great. (book=thing→which!)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man which helped me was kind.  ✅ The man WHO helped me was kind. (man=person→who!)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place who I study is quiet.  ✅ The place WHERE I study is quiet. (place→where!)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author which I like writes well.  ✅ The author WHO I like writes well. (author=person→who!)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student _____ studies hard will succeed. (who)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library _____ I study is very quiet. (where)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book _____ I read last week was amazing. (which/that)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author _____ books I love is Mongolian. (whose)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film _____ we watched was very funny. (that)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Sarnai is the artist _____ I admire most. (who/that)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city _____ I live is Ulaanbaatar. (where)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 song _____ is playing now is beautiful. (that/which)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1-who · 2-which/that · 3-that · 4-where · 5-where · 6-whose · 7-who/that · 8-that/which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 · ӨДӨР 59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4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loves English books and films.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favourite author is a Mongolian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writes in English. The books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she writes are about young Mongolians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discover the world through English. Bat also loves science fiction films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show the future of technology. The streaming platform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 watches most films has English subtitles,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 him learn new vocabulary. Sarnai recommends a documentary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about Mongolian artists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work is becoming famous worldwide. "Anyone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loves art and English should watch it!" she says.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student who studies hard will 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Хичээнгүйлэн судлах оюутан тэнцэнэ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= relative clause for people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book which I read was amazing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уншсан ном гайхалтай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= relative clause for things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city where I live is beautiful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амьдардаг хот үзэсгэлэнтэй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= relative clause for places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artist whose work I love is Sarnai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дуртай зохиолчийн бүтээл Sarnai-ийнх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whose = possession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film that we watched was great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Бидний үзсэн кино гайхалтай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= people or things (informal)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know someone who speaks 5 languages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5 хэл ярьдаг хэн нэгнийг мэднэ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joining two sentences with who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Describe a book or film that you love using a relative clause!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Who is someone who has inspired you? (use 'who')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is a place where you love to study?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Name a singer or author whose work you really enjoy.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Describe English — the language that you are studying!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Can you join these? 'I have a friend.' + 'She speaks English.' → Use WHO!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Can you recommend a book?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There's a book which I read last month — amazing.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it about?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about a girl who travels the world speaking English.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 sounds great! Who is the author?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She's a Mongolian writer whose books are now famous globally.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Where can I find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There's a bookshop where you can find it near the university.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kind of films do you watch?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prefer documentaries which teach me something new.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Is there a platform where I can watch them?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Any streaming service that has English subtitles is great for learning.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Relative clauses make your English sound much more sophisticated! Instead of two short sentences, combine them: 'I know a person. She speaks 5 languages.' → 'I know a person WHO speaks 5 languages.' Try this today!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59 · ӨДӨР 59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relative clauses! I'll describe something — you add 'who', 'which', or 'where'. Ready? 'There is a student. She speaks English perfectly.'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student WHO speaks English perfectly!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'I have a book. The book is very inspiring.'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book WHICH is very inspiring!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'She knows a library. You can study there.'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knows a library WHERE you can study!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have a friend. Her work is amazing.'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friend WHOSE work is amazing!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— who, which, where, whose — used perfectly! You are ready for A2 graduation!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'There is a student who speaks English.' What does 'who' refer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English language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student (a person)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have a book which is inspiring.' What does 'which' refer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book (a thing)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place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'She knows a library where you can study.' What does 'where' refer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place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have a friend whose work is amazing.' What does 'whose' show?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where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which thing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possession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relative pronoun can refer to both people and things?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which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'The man which helped me.' Is this correct?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 — should be 'who'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in informal speech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use 'that' instead of 'who' or 'which'?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only for things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informally for both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know someone who.' The clause always follows...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noun it describes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subject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relative clauses help your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make it simpler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add extra information and sound more fluent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make sentences shorter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do more homework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you need to practise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you are ready for A2 graduation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who / which / that / where / whose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The student _____ studies hard will succeed. (who)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book _____ I read was amazing. (which/that)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 film _____ we watched was funny. (that)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 city _____ I live is Ulaanbaatar. (where)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artist _____ work I love is Mongolian. (whose)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know someone _____ speaks 5 languages. (who)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газрын тухай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which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өмчийг заах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where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хүний тухай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whose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зүйлийн тухай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хоёуланд (хэвийн ярианд)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with relative clauses about books, films, places, or people you love.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Combine these pairs using who/which/where: 1) I know a person. She speaks Korean. 2) I read a book. It changed my life. 3) I know a place. You can study there.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Describe your English teacher, your school, your favourite book, and your dream job — all using relative clauses!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who=people · which=things · that=both(informal) · where=places · whose=possession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1-who · 2-which/that · 3-that · 4-where · 5-whose · 6-who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3-c · 4-c · 5-b
6-b · 7-c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59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ном, зугаа цэнгэлийн үг · 20 books/entertainment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Relative clauses — who / which / that / where / whose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Номын тухай уншсан · Read about books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Relative clause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60: A2 Graduation Day 🎓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2026-04-06T09:41:37Z</dcterms:created>
  <dcterms:modified xsi:type="dcterms:W3CDTF">2026-04-06T09:41:37Z</dcterms:modified>
</cp:coreProperties>
</file>