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49 · ӨДӨР 49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Review — Conditionals &amp; Advice  ·  7-р долоо хоногийн давталт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Week 7 review — reflexive pronouns, should, some/any, conditionals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/rɪˈvjuː/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review everything!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/kənˈdɪʃənəl/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нөхцөлт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studied conditional sentences.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бодит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Conditional = real situation.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/ʌnˈrɪəl/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бодит бус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Conditional = unreal.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/ɪˈmædʒɪnəri/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төсөөллийн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Imaginary situations use 'would'.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/ˈpɒsɪbəl/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боломжтой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Conditional = possible future.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/ədˈvaɪs/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зөвлөгөө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is used for advice.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/ˌrɛkəmɛnˈdeɪʃən/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зөвлөмж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your recommendation?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/ˈkɒnsɪkwəns/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үр дүн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study, the consequence is success.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/ˈkɒntrɑːst/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харьцуулбал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1st and 2nd conditionals.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/səˈpoʊz/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Suppose you could travel freely...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/ʌnˈlɛs/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-гүй бол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 I study, I won't pass.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otherwise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/ˈʌðərwaɪz/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 тэгвэл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hard, otherwise you'll fail.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result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/æz ə rɪˈzʌlt/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үүний үр дүнд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a result, I improved a lot.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/ˈðɛərfɔːr/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тиймээс / иймд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Therefore, I should practise more.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/haʊˈɛvər/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гэсэн хэдий 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However, it is still difficult.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/ˈfɜːðərˌmɔːr/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 түүнчлэн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Furthermore, English opens doors.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kənˈkluːʒən/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дүгнэлт болгон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conclusion, keep practising!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/ˈprəʊɡrɛs/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ахиц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made great progress this week.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/əˈtʃiːvmənt/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амжилт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7 is a great achievement!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Conditional /kənˈdɪʃənəl/ — 4 syllables · Consequence /ˈkɒnsɪkwəns/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— 4 үе: kun-DISH-un-ul. Recommendation — 5 үе: rek-um-men-DAY-shun. Furthermore — 3 үе: FUR-ther-more.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Week 7 review — reflexive pronouns, should, some/any, conditionals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REVIEW: 1) Reflexive pronouns: myself/himself/herself/ourselves/themselves — same person as subject or for emphasis. 2) Should/Shouldn't: advice and recommendations. 3) Some/Any: some=positive+offers, any=negative+questions. 4) Too much/Too many/Not enough: quantity problems. 5) FIRST Conditional: real future — IF + Present Simple + WILL. 6) SECOND Conditional: unreal/imaginary — IF + Past Simple + WOULD. Key difference: 1st=possible, 2nd=imaginary!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7-Р ДОЛОО ХОНОГИЙН БҮРЭН ДАВТАЛТ: 1) Reflexive pronouns: myself/himself/herself — субьекттай ижил хүн эсвэл онцолж хэлэхэд. 2) Should/Shouldn't: зөвлөгөө. 3) Some/Any: some=эерэг+санал, any=үгүйсгэл+асуулт. 4) Too much/many/Not enough: хэмжээний асуудал. 5) FIRST Conditional: бодит — IF+Present Simple+WILL. 6) SECOND Conditional: бодит бус — IF+Past Simple+WOULD.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myself/himself...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made it myself.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you do it yourself?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өөрөө / өөрсдөө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base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study.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shouldn't skip class.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I study?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зөвлөгөө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Some/Any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positive/negative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some milk.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have any milk.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any?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зарим / ямар нэгэн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If+Pres.→will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study, I will pass.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don't study, I won't.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you pass if you study?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бодит ирээдүй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If+Past→would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studied, I'd pass.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didn't study, I wouldn't.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pass if you studied?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бодит бус / төсөөлөл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key forms: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myself/herself/themselves · should/shouldn't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 (positive) / any (negative/question)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I study → will · If I studied → would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7-р долоо хоногийн гол хэлбэрүүд: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1st: IF + Present Simple + WILL (боломжтой)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2nd: IF + Past Simple + WOULD (бодит бус)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1st: If I DON'T study, I WON'T pass. 2nd: If I DIDN'T study, I WOULDN'T pass. Shouldn't skip!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you pass IF you study? (1st) · Would you pass IF you studied? (2nd) · Should I study? (advice)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1st Conditional: IF + present → WILL (real!)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2nd Conditional: IF + past → WOULD (imaginary!)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'If I were you...' = 2nd conditional advice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Should = advice · Some = positive · Any = negative/question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will study, I will pass.  ✅ If I STUDY, I will pass.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If I was you, I'd...  ✅ If I WERE you, I'd... (were not was!)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any milk.  ✅ I have SOME milk. (positive → some)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fixed it hisself.  ✅ He fixed it HIMSELF.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built this house _____. (myself)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she _____ hard, she will succeed. (study — 1st)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You _____ eat more vegetables. (should)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I _____ you, I'd take that job. (were — 2nd)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Do you have _____ time today? (any)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If I had money, I _____ travel. (would — 2nd)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There are _____ people here! (too many)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If I study, I _____ pass the exam. (will — 1st)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1-myself · 2-should · 3-any · 4-too many · 5-studies · 6-were · 7-would · 8-will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49 · ӨДӨР 49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Bat and Sarnai learned a lot!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learned that reflexive pronouns like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'myself'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'himself'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used when the subject and object are the same person. They practised giving advice: "You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exercise more — you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stay up late!" They reviewed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'some'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'any'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how to talk about quantity problems. Most importantly, they mastered both conditionals: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'If I study, I WILL pass'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(real future)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'If I were rich, I WOULD travel'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(imaginary). Bat says: "If I keep studying, I will be fluent!" Sarnai says: "If I were a native speaker, I would teach everyone I know!"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made this myself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үүнийг өөрөө хийсэн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reflexive — emphasis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should exercise more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илүү их дасгал хийх хэрэгтэй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+ base verb = advice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any time?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чөлөөтэй цаг байна уу?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=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study, I will 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би сурвал, тэнцэнэ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Conditional — real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rich, I would travel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Хэрэв баян байсан бол аялна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Conditional — imaginary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 were you, I'd...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чиний оронд байсан бол...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conditional = advice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Tell me one thing you did by yourself this week (use reflexive pronoun!).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Give me 2 health tips using 'should' and 'shouldn't'.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will you do if you pass your next English exam? (1st conditional)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would you do if you could speak English perfectly right now? (2nd conditional)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What is the most useful grammar from Week 7 for you?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If you were a teacher, how would you teach English differently?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is the most useful thing you learned this week?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 conditionals! 'If I study, I will improve.'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Can you use the Second Conditional?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If I were a millionaire, I'd open an English school!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advice would you give a new English student?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You should practise every day and you shouldn't give up!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have any questions about Week 7?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Just one — when do I use 'some' vs 'any' exactly?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Some = positive sentences. Any = negative and questions.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Perfect! I have some notebooks but I don't have any pens.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Excellent! You taught yourself well!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Thank you! I made myself study hard this week!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Use linking words — 'If I have money, I will...' / 'If I were rich, I would...' Connect your ideas fully!  ·  Холбоос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49 · ӨДӨР 49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review! Let's test everything. Bat, give me a sentence with a reflexive pronoun.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taught myself English grammar this week — and I'm proud of myself!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Now give advice using 'should' for a new student.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practise every day. You shouldn't miss any lessons. And you should speak out loud!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Sarnai, make a First Conditional sentence.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pass my exam next week, I will celebrate with my family!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 Second Conditional.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were a language teacher, I would make classes more fun and interactive!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 you have mastered Week 7. Congratulations — you are ready for Week 8!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Bat say about himself at the start?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is tired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is proud of himself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needs help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advice does Bat give to new students?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 only grammar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practise daily, don't miss lessons, speak aloud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read many books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will Sarnai do if she passes her exam?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travel abroad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celebrate with family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start a new course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Sarnai do if she were a teacher?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teach grammar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make classes more fun and interactive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give more homework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at the end?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 harder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Week 7 is not finished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they are ready for Week 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taught myself' — which grammar topic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conditionals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should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reflexive pronouns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'If I pass' — which conditional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Second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First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Third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'If I were a teacher' — which conditional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First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Third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Second Conditional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'Some' is used in which type of sentence?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negative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questions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positive sentences and offers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'Should' is used to express...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obligation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advice and recommendation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Week 7 mixed grammar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built this house _____. (myself)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You _____ eat more vegetables. (should)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Do you have _____ time? (any)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There are _____ people! (too many)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If she _____ hard, she will succeed. (studies — 1st)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If I _____ you, I'd take that job. (were — 2nd)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reflexive pronoun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зөвлөгөө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should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бодит бус нөхцөл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some/any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өөрөө / өөрсдөө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first conditional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эерэг/үгүйсгэл хэмжээ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second conditional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бодит ирээдүй нөхцөл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paragraph using ALL Week 7 grammar — reflexive, should, some/any, both conditionals.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140 words from Days 43-49 — test yourself!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Record yourself answering: 'What will you do if you finish Book 2? What would you do if English were your first language?'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🎉 Week 7 complete! Week 8 next: Must/Have to · Will/Going to · Passive Voice!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1-myself · 2-should · 3-any · 4-too many · 5-studies · 6-were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2-A · 3-D · 4-E · 5-B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4-b · 5-c
6-c · 7-b · 8-c · 9-c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49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давталтын үг · 20 review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7-р долоо хоногийн бүх дүрэм · All Week 7 grammar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Давталтын текст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Mixed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All Week 7 speaking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ДОЛОО ХОНОГ 7 ДУУСГАСАН! Week 7 Complete!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50: Job Applications — Must / Mustn't / Have to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2026-04-05T09:41:26Z</dcterms:created>
  <dcterms:modified xsi:type="dcterms:W3CDTF">2026-04-05T09:41:26Z</dcterms:modified>
</cp:coreProperties>
</file>