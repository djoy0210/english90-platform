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20-25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51 · ӨДӨР 51</a:t>
            </a:r>
            <a:endParaRPr lang="en-US" sz="850" dirty="0"/>
          </a:p>
        </p:txBody>
      </p:sp>
      <p:sp>
        <p:nvSpPr>
          <p:cNvPr id="9" name="Shape 7"/>
          <p:cNvSpPr/>
          <p:nvPr/>
        </p:nvSpPr>
        <p:spPr>
          <a:xfrm>
            <a:off x="1335024" y="347472"/>
            <a:ext cx="4498848" cy="237744"/>
          </a:xfrm>
          <a:prstGeom prst="rect">
            <a:avLst/>
          </a:prstGeom>
          <a:solidFill>
            <a:srgbClr val="1A4A7A"/>
          </a:solidFill>
          <a:ln w="12700">
            <a:solidFill>
              <a:srgbClr val="1A4A7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At the Office  ·  Оффист</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Need to / Don't need to — necessity vs no necessity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1A4A7A"/>
          </a:solidFill>
          <a:ln w="12700">
            <a:solidFill>
              <a:srgbClr val="1A4A7A"/>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4A7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4A7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4A7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4A7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4A7A"/>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need to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/niːd tuː/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 хэрэгтэй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need to finish this report.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don't need to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/doʊnt niːd tuː/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 шаардлагагүй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You don't need to come in early.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deadline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/ˈdɛdlaɪn/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хугацаа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need to meet the deadline.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report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/rɪˈpɔːrt/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илтгэл / тайлан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need to write a report today.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meeting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/ˈmiːtɪŋ/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уулзалт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need to attend the meeting.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presentation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/ˌprɛzənˈteɪʃən/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танилцуулга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needs to prepare a presentation.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colleague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/ˈkɒliːɡ/</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ажлын нөхөр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My colleague needs help today.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manager</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/ˈmænɪdʒər/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менежер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manager needs to sign this.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approve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/əˈpruːv/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зөвшөөрөх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need to get this approved.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submit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/səbˈmɪt/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илгээх / оруулах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You need to submit by Friday.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urgent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/ˈɜːrdʒənt/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яаралтай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This is urgent — we need to act now.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priority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/praɪˈɒrɪti/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тэргүүлэх ач холбогдол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Make this your top priority.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overtime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/ˈoʊvərtaɪm/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илүү цаг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don't need to work overtime today.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flexible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/ˈflɛksɪbəl/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уян хатан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Our schedule is flexible.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remote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/rɪˈmoʊt/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алсаас</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can work remotely today.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policy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/ˈpɒlɪsi/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дүрэм журам</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need to follow the company policy.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feedback</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/ˈfiːdbæk/</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санал хүсэлт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need to give feedback by tomorrow.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efficient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/ɪˈfɪʃənt/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үр ашигтай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need to be more efficient.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organise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/ˈɔːrɡənaɪz/</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зохион байгуулах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need to organise my files.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4A7A"/>
                          </a:solidFill>
                          <a:latin typeface="Calibri" pitchFamily="34" charset="0"/>
                          <a:ea typeface="Calibri" pitchFamily="34" charset="-122"/>
                          <a:cs typeface="Calibri" pitchFamily="34" charset="-120"/>
                        </a:rPr>
                        <a:t>schedule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/ˈʃɛdjuːl/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хуваарь</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Do I need to reschedule our meeting?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Colleague /ˈkɒliːɡ/ — 2 syllables: KOL-eeg · Presentation /ˌprɛzənˈteɪʃən/ — 4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Colleague — 2 үе: KOL-eeg. Priority — 4 үе: pry-OR-ih-tee. Efficient — 3 үе: ih-FISH-unt.</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Need to / Don't need to — necessity vs no necessity</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NEED TO expresses NECESSITY — something that is required or important to do. It is similar to 'have to' but often refers to practical necessity. 'I need to finish this report.' (it is necessary for me to finish it). DON'T NEED TO means something is NOT NECESSARY — you have a choice. 'You don't need to come early.' (it's not required — but you can if you want). Negative of 'need to' ≠ mustn't! Don't need to = optional. Mustn't = prohibited.</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NEED TO нь ЗАЙЛШГҮЙ БАЙДЛЫГ илэрхийлдэг — хийх шаардлагатай зүйл. 'I need to finish this report.' (дуусгах шаардлагатай). DON'T NEED TO нь ШААРДЛАГАГҮЙ гэсэн утгатай — чи сонгох эрхтэй. 'You don't need to come early.' (шаардлагагүй — гэхдээ хүсвэл ирж болно). DON'T NEED TO ≠ MUSTN'T! Don't need to = сонголттой. Mustn't = хориглогдсон.</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I need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necessity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need to finish this.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don't need to finish.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Do I need to finish?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хийх хэрэгтэй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She needs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3rd person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She needs to attend.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She doesn't need to attend.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Does she need to attend?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тэр хийх хэрэгтэй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don't need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not necessary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don't need to work late.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Do I need to work late?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хийх шаардлагагүй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needed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past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needed to submit it.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didn't need to submit.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Did you need to submit?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хийх хэрэгтэй байсан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will need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future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I'll need to prepare.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won't need to prepare.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Will you need to prepare?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хийх хэрэгтэй болно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need to → needs to (he/she/it)</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I need to · She needs to · They need to</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don't need to · doesn't need to</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need to → 3-р бие: needs to!</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I need to · She NEEDS to · He NEEDS to</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don't need to ≠ mustn't — маш өөр утга!</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I DON'T NEED TO work overtime. She DOESN'T NEED TO attend every meeting. We DIDN'T NEED TO submit it early.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DO I need to submit this?  DOES she need to attend?  DO we need to work this weekend?  WHEN do I need to finish?</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need to + base verb = necessary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don't need to = NOT necessary (optional!)</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needs to = he/she/it (3rd person -s!)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need to ≈ have to (both = necessity)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don't need to ≠ mustn't (very different!)</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need submit this.  ✅ I need TO submit this. (need to + base verb)</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She need to attend.  ✅ She NEEDS TO attend. (3rd person -s!)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You don't need to smoke here. (wrong meaning!)  ✅ You MUSTN'T smoke here. (if prohibited)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needed to submitting.  ✅ I needed TO SUBMIT. (base verb after need to)</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I _____ finish this report today. (need to)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She _____ attend every meeting. (doesn't need to)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She _____ prepare a presentation. (needs to)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_____ I need to submit this now? (Do)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You _____ come in early. (don't need to)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We _____ work late — we finished! (don't need to)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The manager _____ sign the form. (needs to)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Did you _____ to reschedule? (need)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1-need to · 2-needs to · 3-don't need to · 4-needs to · 5-doesn't need to · 6-Do · 7-don't need to · 8-need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20-25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51 · ӨДӨР 51</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1A4A7A"/>
                </a:solidFill>
                <a:latin typeface="Georgia" pitchFamily="34" charset="0"/>
                <a:ea typeface="Georgia" pitchFamily="34" charset="-122"/>
                <a:cs typeface="Georgia" pitchFamily="34" charset="-120"/>
              </a:rPr>
              <a:t>It is Monday morning at Bat's new office job.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His manager tells him: "You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need to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complete the weekly report by Friday. You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need to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attend the team meeting at 2 PM. But you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don't need to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stay late — just get the report done on time." Bat asks: "Do I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need to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bring my own laptop?" "No, you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don't need to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 we provide everything." Later, a colleague says: "You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need to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meet the client at 3 PM. It's urgent!" Bat realises: "I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need to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be very organised at this job — there is so much to do!"</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need to finish this report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энэ тайланг дуусгах хэрэгтэй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need to + base verb</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needs to attend the meeting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уулзалтад оролцох хэрэгтэй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needs to = 3rd person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You don't need to come early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эрт ирэх шаардлагагүй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don't need to = optional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Do I need to submit this?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үүнийг оруулах хэрэгтэй юу?</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Do I need to + verb?</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We needed to finish by Friday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Бид Баасан гараг хүртэл дуусгах ёстой байсан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needed to = past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You'll need to prepare a speech</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үг хэлэхэд бэлтгэх хэрэгтэй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will need to = future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What do you need to do today after school?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Do you need to study English every day? Why?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What doesn't your teacher need to do that you do?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Did you need to wake up early this morning?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What will you need to do to get a good job?</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Does a good employee need to be punctual? Why?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Do I need to bring anything to the meeting?</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You don't need to bring anything — just yourself!</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Does everyone need to attend?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everyone needs to be there by 2 PM.</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 I need to prepare a presentation?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Only if you want to — you don't need to.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do I need to do first?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You need to read the project brief and give feedback.</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 I need to email my manager?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She needs to know your progress by noon.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time do we need to finish?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We need to wrap up by 5 PM. Don't worry!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A2 Tip: Use passive voice to sound more professional! 'Phones are made in Korea.' 'English is spoken worldwide.' Practice these structures!  ·  Идэвхгүй хэлбэр хэрэглэж мэргэжлийн сонсогдуул!</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51 · ӨДӨР 51</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Manager: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Good morning, Bat! Let me explain what you need to do today.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Of course! I'm ready. What do I need to do first?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Manager: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First, you need to read the client brief. Then you need to prepare a summary — just one page.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Do I need to send it to the whole team?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Manager: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No, you don't need to send it to everyone. Just send it to me and the project leader.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Understood! Do I need to attend the 3 PM meeting too?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Manager: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Yes, you need to be there. But you don't need to prepare anything — just listen and take notes.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Perfect! I think I need to write a to-do list. There's a lot to remember on my first day!</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Bat need to do first?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attend a meeting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read the client brief</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email the team</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Bat need to prepare?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 5-page report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 one-page summary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 presentation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Does Bat need to send the summary to everyone?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yes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no, just manager and project leader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not mentioned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Does Bat need to attend the 3 PM meeting?</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no</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yes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only if he wants to</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Does Bat need to prepare for the meeting?</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yes, a presentation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yes, a report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no, just listen and take notes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Bat decide to do to remember everything?</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ask a colleague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write a to-do list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call his manager</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Is it Bat's first day?</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no, he's been there a week</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yes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not mentioned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'Need to' is most similar to...</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should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would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have to</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'Don't need to' means...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it is prohibited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it is not necessary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you must not do it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'She needs to attend' — why 'needs to'?</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past tense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3rd person singular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future tense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need to / needs to / don't need to / doesn't need to</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I _____ finish this report today. (need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She _____ prepare a presentation. (needs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You _____ come in early. (don't need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The manager _____ sign the form. (needs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She _____ attend every meeting. (doesn't need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_____ I need to submit this now? (Do)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deadline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илтгэл</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report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яаралтай</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urgent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зохион байгуулах</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organise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хугацаа</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colleague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ажлын нөхөр</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5 things you need to do this week and 3 things you don't need to do.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a to-do list for a fictional Monday at work using today's office vocabulary.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Role-play a conversation with a manager — use 'need to' and 'don't need to'.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need to = necessary · don't need to = optional (not necessary) · needs to = he/she/it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1-need to · 2-needs to · 3-don't need to · 4-needs to · 5-doesn't need to · 6-Do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1-D · 2-A · 3-B · 4-C · 5-E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2-b · 3-b · 4-b · 5-c
6-b · 7-b · 8-c · 9-b · 10-b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51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оффисын үг · 20 office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Need to / Don't need to — necessity</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Оффисын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Need to ба Don't need to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52: Education &amp; Careers — Future Simple will/won't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2026-04-06T03:59:37Z</dcterms:created>
  <dcterms:modified xsi:type="dcterms:W3CDTF">2026-04-06T03:59:37Z</dcterms:modified>
</cp:coreProperties>
</file>