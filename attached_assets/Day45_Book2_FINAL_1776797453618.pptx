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 · ӨДӨР 45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5014"/>
          </a:solidFill>
          <a:ln w="12700">
            <a:solidFill>
              <a:srgbClr val="8B50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Cooking  ·  Хоол &amp; Хоол хийх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Some / Any / A lot of — countable and uncountable quantities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5014"/>
          </a:solidFill>
          <a:ln w="12700">
            <a:solidFill>
              <a:srgbClr val="8B50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/sʌm/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хэдэн / зарим (эерэг)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some eggs in the fridge.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/ˈɛni/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ямар нэгэн (үгүйсгэл/асуулт)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any milk?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lot of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 lɒt ɒv/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 олон / маш 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lot of rice.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lots of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/lɒts ɒv/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 олон / маш их (хэвийн)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lots of vegetables.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 fjuː/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хэдэн (тоолж болох)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a few eggs left.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little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 ˈlɪtəl/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бага зэрэг (тоолшгүй)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little salt to the soup.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/mʌtʃ/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их (тоолшгүй-үгүйсгэл)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much time.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/ˈmɛni/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олон (тоолж болох-үгүйсгэл)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many friends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/ɪˈnʌf/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хангалттай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we have enough flour?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ingredient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/ɪnˈɡriːdiənt/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найрлага / орц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ingredients do I need?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/ˈrɛsɪpi/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this recipe carefully.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/bɔɪl/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буцлуулах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 the water first.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/fraɪ/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Fry the onion in butter.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/beɪk/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жигнэх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 the cake for 30 minutes.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/tʃɒp/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хэрчих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Chop the vegetables finely.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/mɪks/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all the ingredients together.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/stɜːr/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хутгах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Stir the soup slowly.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delicious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/dɪˈlɪʃəs/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амттай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soup is absolutely delicious!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/ˈbɪtər/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гашуун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coffee is too bitter for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/ˈsɔːlti/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давсархаг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soup is a bit too salty.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Recipe /ˈrɛsɪpi/ — 3 syllables: RES-uh-pee · Ingredient /ɪnˈɡriːdiənt/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— 3 үе: RES-uh-pee (recipe гэж биш!). Ingredient — 4 үе: in-GREE-dee-unt. A few = тоолж болно, A little = тоолж болохгүй!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Some / Any / A lot of — countable and uncountable quantities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is used in POSITIVE sentences and OFFERS/REQUESTS: 'I have SOME eggs.' 'Would you like SOME tea?' ANY is used in NEGATIVE sentences and QUESTIONS: 'I don't have ANY milk.' 'Do you have ANY eggs?' A LOT OF / LOTS OF works with BOTH countable and uncountable nouns: 'a lot of eggs / a lot of milk'. A FEW (countable) vs A LITTLE (uncountable): 'a few eggs' / 'a little milk'.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— ЭЕРЭГ өгүүлбэр болон санал/хүсэлтэд: 'I have SOME eggs.' 'Would you like SOME tea?' ANY — ҮГҮЙСГЭЛ ба АСУУЛТ: 'I don't have ANY milk.' 'Do you have ANY eggs?' A LOT OF / LOTS OF — хоёуланд нь: 'a lot of eggs / a lot of milk'. A FEW (тоолж болох) vs A LITTLE (тоолшгүй): 'a few eggs' / 'a little milk'.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some eggs.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like some tea?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хэдэн / зарим (эерэг)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negative/question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any milk.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any eggs?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ямар нэгэн (үгүйсгэл)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lot of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types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a lot of eggs.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a lot of rice?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 олон / маш 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a few eggs.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a few minutes?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хэдэн (тоолж болох)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little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uncountable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little salt.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add a little milk?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бага зэрэг (тоолшгүй)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→ positive sentences + offers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→ negative sentences + questions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→ countable (eggs, friends) · a little → uncountable (milk, salt)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= эерэг + санал · ANY = үгүйсгэл + асуулт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= тоолж болно (eggs) · A LITTLE = тоолшгүй (milk, water)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have ANY milk. There isn't ANY rice left. I haven't got ANY eggs at home.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ANY eggs? Is there ANY milk? Would you like SOME tea? How MUCH rice is there?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= positive + offers: 'I have some eggs.'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= negative + questions: 'Do you have any?'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few + countable: a few eggs / a few friends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little + uncountable: a little milk / a little time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any eggs.  ✅ I have SOME eggs. (positive→some)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Do you have some milk? (question)  ✅ Do you have ANY milk?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a few milk.  ✅ I have A LITTLE milk. (uncountable!)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Add a little eggs.  ✅ Add A FEW eggs. (countable!)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have _____ eggs in the fridge. (some)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Would you like _____ tea? (some)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Do you have _____ milk? (any)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don't have _____ time today. (much)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has _____ vegetables at home. (a lot of)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Add _____ salt to the soup. (a little)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have _____ friends in this city. (a few)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There aren't _____ eggs left. (any)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1-some · 2-any · 3-a lot of · 4-a few · 5-some · 6-much · 7-a little · 8-any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 · ӨДӨР 45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50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Sarnai is learning to cook.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has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vegetables but she doesn't have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meat. She has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lot of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rice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oil. She calls her mother: "Mum, do we have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garlic?" "Yes, there are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few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cloves in the kitchen." Perfect! Sarnai reads the recipe carefully and starts cooking. She adds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salt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pepper. There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food for the whole family. Bat tastes it and says: "This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better than I expected — it is absolutely delicious!"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some eggs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Надад хэдэн өндөг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= positive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any milk?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Танд сүү байна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= 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any 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Надад будаа байхгүй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= negative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a lot of vegetables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Тэрт маш олон ногоо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lot of = large quantity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little salt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Бага зэрэг давс нэм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little = small amount (uncountable)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are a few eggs left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Хэдэн өндөг үлдсэн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= small number (countable)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food do you have at home right now? Use some / a lot of.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Do you have any vegetables in your fridge?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Do you know how to cook? What can you make?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ingredients do you need to make your favourite dish?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Would you like some Mongolian food right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Is there much junk food in your diet? Should you change that?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Would you like some tea or coffee?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 please! Some tea would be lovely.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have any sugar?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have a little sugar, but not much.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there any milk?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There is a lot of milk in the fridge.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Can you cook? Do you know any recipes?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know a few Mongolian recipes.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do you need to make buuz?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need some meat, a lot of flour, and a little salt.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 sounds delicious! Is it difficult?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 little! But with practice, it gets much easier.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Give longer, connected answers! 'I usually wake up at 7, then I wash myself, after that I eat breakfast because...'  ·  Урт, холбоотой хариулт өгч сурцгаая!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 · ӨДӨР 45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practice some and any in cooking situations. Bat, do you have any ingredients to make soup?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have some meat, a lot of vegetables, and a little salt. But I don't have any garlic.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make it without garlic?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it is not as tasty. I might add a few more spices instead.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what do you need to make tsuivan?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some noodles, a lot of meat, some vegetables, and a little oil. That is the basic recipe.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any of those ingredients at home right now?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some noodles and a few vegetables. But I don't have any meat today. Maybe tomorrow!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have for soup?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vegetables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meat, vegetables, salt — but no garlic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everything he needs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doesn't Bat have?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salt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vegetables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garlic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Bat make soup without garlic?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but less tasty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Bat add instead of garlic?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more salt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more vegetables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few more spices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main ingredient in tsuivan?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rice and vegetables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noodles, meat, vegetables, oil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flour and eggs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oil does tsuivan need?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lot of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little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Sarnai have all the ingredients today?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some noodles and vegetables, no meat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might Sarnai cook?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today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maybe tomorrow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next week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'Some' is used in...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negative sentences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questions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positive sentences and offers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'Any' is used in...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positive sentences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negative sentences and questions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all sentences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some / any / a lot of / a few / a little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have _____ eggs in the fridge. (some)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Do you have _____ milk? (any)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has _____ vegetables. (a lot of)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have _____ friends here. (a few)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Add _____ salt. (a little)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don't have _____ time today. (any)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бага зэрэг (тоолшгүй)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any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маш олон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 lot of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хэдэн (тоолж болох)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 few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ямар нэгэн (үгүйсгэл/асуулт)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 little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хэдэн / зарим (эерэг)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what food you have at home using some, any, a lot of, a few, a little.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a simple recipe for your favourite dish using today's cooking verbs.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Ask a family member: 'Do you have any...?' about 5 different ingredients.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some = positive · any = negative/question · a few = countable · a little = uncountable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1-some · 2-any · 3-a lot of · 4-a few · 5-a little · 6-any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2-D · 3-B · 4-C · 5-A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4-c · 5-b
6-b · 7-b · 8-b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45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хоол хийхийн үг · 20 cooking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Some / Any / A lot of / A few / A little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Хоол хийхийн тухай уншсан · Read about cooking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Some ба Any-н ялгааг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46: Shopping &amp; Fashion — Too much / Too many / Not enough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2026-04-04T16:19:34Z</dcterms:created>
  <dcterms:modified xsi:type="dcterms:W3CDTF">2026-04-04T16:19:34Z</dcterms:modified>
</cp:coreProperties>
</file>