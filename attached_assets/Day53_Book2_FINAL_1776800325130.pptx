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53 · ӨДӨР 53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8B4A14"/>
          </a:solidFill>
          <a:ln w="12700">
            <a:solidFill>
              <a:srgbClr val="8B4A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vs Predictions  ·  Төлөвлөгөө vs Таамаглал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Will vs Going to — the key difference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8B4A14"/>
          </a:solidFill>
          <a:ln w="12700">
            <a:solidFill>
              <a:srgbClr val="8B4A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A1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/plæn/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төлөвлөгөө / төлөвлөх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a plan for next year.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/ɪnˈtɛnʃən/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санаа / зорилт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 intention is to study abroad.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/ˈɛvɪdəns/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 / шинж тэмдэг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those clouds — it's going to rain!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spontaneous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/spɒnˈteɪniəs/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дор гарсан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'I'll help you!' — a spontaneous decision.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/ˈsɜːrtən/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certain she's going to win.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obvious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/ˈɒbviəs/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тодорхой / илэрхий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obvious what's going to happen.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/əˈreɪndʒmənt/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тохиролцсон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have an arrangement for Saturday.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/dɪˈsɪʒən/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шийдвэр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made a decision last week.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/prɪˈdɪkʃən/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prediction is she will succeed.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/ˈfɔːrkɑːst/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 агаарын мэдээ / таамаглал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forecast says it's going to snow.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announce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/əˈnaʊns/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going to announce his plans.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/kənˈfɜːrm/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батлах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can confirm we're going to meet.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/ˈprɒbəbli/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магадгүй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will probably rain tomorrow.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like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/lʊk laɪk/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тийм харагдах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looks like it's going to rain.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/əˈbaʊt tuː/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 хийхдаа гэж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meeting is about to start.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/ˈnɪərli/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бараг / ойролцоо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We're nearly going to be late!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meanwhile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/ˈmiːnˌwaɪl/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зуур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Meanwhile, she's going to prepare.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/wɛərˈæz/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харин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= spontaneous, whereas going to = planned.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/ˈkɒntrɑːst/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эсэргүүцэл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There's a contrast between will and going to.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8B4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/ˈklærɪfaɪ/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тодруулах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me clarify the difference.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Spontaneous /spɒnˈteɪniəs/ — 4 syllables · Prediction /prɪˈdɪkʃən/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— 4 үе: spon-TAY-nee-us. Evidence — 3 үе: EV-ih-dense. Arrangement — 3 үе: uh-RAYNJ-ment.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Will vs Going to — the key difference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 between WILL and GOING TO: GOING TO = 1) Already decided plans: 'I'm going to study medicine.' (decided before speaking) 2) Predictions based on evidence/what you can see: 'Look at those clouds — it's going to rain!' WILL = 1) Spontaneous decisions made right now: 'The phone is ringing — I'll answer it!' 2) Predictions without evidence (opinions): 'I think English will be important in 50 years.' 3) Promises and offers: 'I'll help you.'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ба GOING TO-ийн ГОЛ ЯЛГАА: GOING TO = 1) Урьдаас шийдсэн төлөвлөгөө: 'I'm going to study medicine.' 2) Нотолгоо дээр суурилсан таамаглал: 'Look at those clouds — it's going to rain!' WILL = 1) Тэр мөчид гарсан шийдвэр: 'I'll answer it!' 2) Нотолгоогүй таамаглал (бодол): 'I think English will be important.' 3) Амлалт ба санал.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planned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going to study medicine.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not going to study law.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you going to study medicine?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урьдаас шийдсэн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going to rain! (dark clouds)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not going to snow.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it going to rain?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 дээр суурилсан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spontaneous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answer it! (phone rings)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won't answer.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answer?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мөчийн шийдвэр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will be important. (opinion)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won't disappear.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it be important?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нотолгоогүй таамаглал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promise/offer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help you. / I'll do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won't let you down.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help?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амлалт / санал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 → I'm going to · She's going to · gonna (informal spoken only!)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→ I'll · She'll · He'll · They'll · won't = will not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to: I'm going to (урьдаас шийдсэн / нотолгоо харагдаж байна)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Will: I'll (тэр мөчид шийдсэн / нотолгоогүй таамаглал)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GOING TO change my plans. It's NOT GOING TO snow. I WON'T be late (promise). She WON'T change her mind.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GOING TO study abroad? (plan)  WILL it rain tomorrow? (opinion)  IS it GOING TO rain? (evidence, looking at clouds)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Going to = planned before / evidence visible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= spontaneous now / opinion / promise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'Look at those clouds!' → going to rain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 think it...' → will rain ✅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 rings → 'I'll answer!' (spontaneous) ✅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I'll study medicine next year. (if already planned)  ✅ I'M GOING TO study medicine.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It's going to be important in 50 years. (opinion, no evidence)  ✅ It WILL be important.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Look at those clouds — it will rain!  ✅ It's GOING TO rain! (visible evidence)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phone rings — I'm going to answer!  ✅ I'LL answer! (spontaneous decision now)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 medicine next year. (going to — planned)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Look! It _____ rain soon. (going to — evidence)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think English _____ be important. (will — opinion)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 phone is ringing — I _____ answer it. (will — spontaneous)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She _____ graduate next year. (is going to — planned)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_____ you travel next summer? (Are you going to — plan)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help you right now. (will — spontaneous offer)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 _____ give up! I promise. (won't — promise)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1-am going to · 2-will · 3-is going to · 4-will · 5-is going to · 6-will · 7-Are you going to · 8-won't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53 · ӨДӨР 53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are making plans.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says: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going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study computer science — I decided last month." Sarnai says: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going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apply to art school —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already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prepared my portfolio." Then suddenly it starts getting very dark outside. Bat looks out the window and says: "Look at those clouds — it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going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rain!" Their teacher arrives and says: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help you with your applications." (she just decided). Then she adds: "I think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help you both enormously in your careers." (her opinion about the future). Both students smile: "We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let you down, teacher!" (a promise).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going to study medicine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анагаах ухаан сурна (шийдсэн)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to = already decided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going to rain! (dark clouds)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Бороо орно! (үүл харагдаж байна)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to = visible evidence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answer it! (phone rings)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хариулна! (утас дуугарч байна)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= spontaneous decision 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think English will be important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 хэл чухал болно гэж бодно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= opinion about future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I'll help you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танд туслана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= offer/promise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won't let you down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таныг урамшруулна (амлалт)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won't = negative promise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are you going to do this weekend? (already planned)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do you think will change in Mongolia in 10 years? (opinion)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Look outside — is it going to rain today? (evidence!)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Can you make a spontaneous offer to help a classmate right now? (use will!)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promise can you make about your future using 'I will...'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Are you going to study English beyond Book 2? (planned decision)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are you going to do after school today?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I'm going to meet my study group — it's already planned.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Will English be useful for your career?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think it will be essential. (my opinion)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Oh no, look at those dark clouds!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know — it's going to rain! Let's go inside quickly.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 forgot my umbrella!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Don't worry — I'll share mine! (spontaneous offer)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so kind! What will you study next year?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I'm going to study engineering — I've already applied.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I'm sure you'll do well!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And I won't stop studying English either!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passive voice to sound more professional! 'Phones are made in Korea.' 'English is spoken worldwide.' Practice these structures!  ·  Идэвхгүй хэлбэр хэрэглэж мэргэжлийн сонсогдуул!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53 · ӨДӨР 53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compare will and going to. Bat, what are you going to do after class?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going to go to the library and finish my essay. I planned this yesterday.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Good! Now — I drop my pen. Bat, what do you do?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pick it up! (spontaneous — decided right now)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example of will! Sarnai, look out the window — what do you see?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sky is very dark and the wind is strong. It's definitely going to rain soon! (based on evidence)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And what do you THINK will happen to English in 50 years? (your opinion)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English will become even more important worldwide. It will be the language of AI and technology!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Bat going to do after class?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play football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go to the library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go home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did Bat plan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just 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yesterday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this morning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teacher drops the pen, Bat says 'I'll pick it up' — this is...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planned 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spontaneous decision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prediction with evidence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see outside?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sunshine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snow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dark sky and strong wind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Sarnai's prediction based 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her opinion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visible evidence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weather forecast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tense does Sarnai use for the weather prediction?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going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present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think about English in 50 years?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will decline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will stay the same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will become more important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think English will be important' — what type of will is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spontaneous decision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promise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opinion/prediction without evidence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uses 'going to' for visible evidence?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'I'll help you'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'It's going to rain' (dark clouds)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'I'll answer the phone'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uses 'will' for a spontaneous decision?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'I'm going to study medicine'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'It's going to snow'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'The phone rings — I'll answer!'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will / going to / won't / is going to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 medicine next year. (going to — planned)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think English _____ be important. (will — opinion)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Look! It _____ rain — dark clouds! (is going 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Phone rings — I _____ answer it! (will — spontaneous)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_____ graduate this year — already decided. (is going 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 _____ give up — I promise! (won't)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going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тэр мөчийн шийдвэр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will (spontaneous)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нотолгоо дээр суурилсан таамаглал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going to (evidence)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амлалт / санал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will (promise/offer)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урьдаас шийдсэн төлөвлөгөө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will (opinion)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нотолгоогүй бодол/таамаглал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3 sentences with 'going to' (plans) and 3 with 'will' (opinions/spontaneous).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Look outside — write 3 'going to' sentences based on what you see.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Make a spontaneous offer to 3 different people today using 'I'll...'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Going to = already planned / visible evidence · Will = spontaneous / opinion / promise / offer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1-am going to · 2-will · 3-is going to · 4-will · 5-is going to · 6-won't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2-A · 3-B · 4-C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4-c · 5-b
6-b · 7-c · 8-c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53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төлөвлөгөө, таамаглалын үг · 20 plan/prediction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Will vs Going to — гол ялгаа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Төлөвлөгөөний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Will ба Going to-ийн ялгааг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54: Science &amp; Technology — Present Passive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2026-04-06T03:59:37Z</dcterms:created>
  <dcterms:modified xsi:type="dcterms:W3CDTF">2026-04-06T03:59:37Z</dcterms:modified>
</cp:coreProperties>
</file>