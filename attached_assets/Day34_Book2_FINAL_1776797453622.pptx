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34 · ӨДӨР 34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Long? For and Since  ·  Хэр удаан? For ба Since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Present Perfect with for and since — talking about duration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6A3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3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/fɔːr/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хугацааны турш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studied English for a month.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/sɪns/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-аас хойш (цэг)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lived here since 2010.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/djʊˈreɪʃən/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хугацаа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duration of the course is 90 days.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while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 waɪl/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нэлээд хугацааны турш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seen you for a while!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/ˈeɪdʒɪz/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 удаан хугацааны турш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eaten for ages!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long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 lɒŋ taɪm/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удаан хугацааны турш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known her for a long time.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/mʌnθs/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сарууд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studied for three months.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/jɪərz/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жилүүд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worked there for ten years.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өдрүүд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sick for three days.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/aʊərz/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цагууд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have waited for two hours.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childhood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/ˈtʃaɪldhʊd/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хүүхэд нас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known him since childhood.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/tuː θaʊzənd fɪfˈtiːn/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 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lived here since 2015.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/lɑːst jɪər/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жил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studied since last year.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/ˈmʌndeɪ/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Даваа гараг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been here since Monday.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/ˈdʒænjuəri/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Нэгдүгээр сар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lived here since January.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/noʊn/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мэдэж байсан (know→known)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known him for years.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/lɪvd/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амьдарч байсан (live→lived)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lived here since 2010.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/wɜːrkt/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ажиллаж байсан (work→worked)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has worked here for 5 years.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/ˈstʌdid/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суралцаж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studied English since June.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/ˈweɪtɪd/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хүлээж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waited for two hours!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Duration /djʊˈreɪʃən/ — 4 syllables · Since /sɪns/ — one syllable only: SINCE (not sin-ce!)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= хугацааны УРТ (for 3 years, for a month). Since = ЭХЛЭХ ЦЭГ (since 2010, since Monday). Энэ ялгааг сай санаарай!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Present Perfect with for and since — talking about duration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with a PERIOD OF TIME (how long): for 3 years, for a month, for ages, for a long time. Use SINCE with a POINT IN TIME (start): since 2010, since Monday, since I was born, since last year. These go with Present Perfect when the situation continues to NOW: 'I have studied English for 30 days.' (started 30 days ago, still true now!)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нь ХУГАЦААНЫ УРТЫГ (хэр удаан) илэрхийлдэг: for 3 years, for a month, for ages. SINCE нь ЭХЛЭХ ЦЭГийг илэрхийлдэг: since 2010, since Monday, since last year. Эдгээрийг Present Perfect-тэй хэрэглэдэг — нөхцөл байдал ОДОО хүртэл үргэлжилж байгааг харуулна.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298094"/>
                <a:gridCol w="566379"/>
                <a:gridCol w="596189"/>
                <a:gridCol w="596189"/>
                <a:gridCol w="50676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+ period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studied for a month.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studied for a week.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you studied?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хугацааны турш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+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lived here since 2010.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lived here since 2010.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have you lived here?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-аас хойш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you lived here?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Хэр удаан?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ages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known him for ages.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you known him?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Маш удаан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childhood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loved it since childhood.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Хүүхэд наснаасаа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studied FOR a month · She's lived here SINCE 2010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studied? · How long HAS she worked?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= хугацааны урт (for 3 years) · SINCE = эхлэх цэг (since 2010)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Энэ хоёрыг хольж хэрэглэхгүй!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Negatives &amp; Questions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Negative: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HAVEN'T studied for a week. She HASN'T lived here since 2020. They HAVEN'T spoken for ages.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Question: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studied?  SINCE WHEN have you lived here?  HOW LONG has she worked there?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= length of time: for 3 years, for a month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SINCE = starting point: since 2010, since Monday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go with Present Perfect!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test: 'For how long?' → FOR  'Starting when?' → SINCE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study English since a month.  ✅ I have studied FOR a month.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have studied since 3 months.  ✅ I have studied FOR 3 months.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lives here since 2010.  ✅ She HAS LIVED here since 2010.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 know him for years.  ✅ I HAVE KNOWN him for years.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 — Fill in the blank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have studied English _____ a month. (for/since)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She has worked there _____ 5 years. (for/since)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have lived here _____ 2010. (for/since)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How _____ have you studied? (long)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He has known her _____ childhood. (for/since)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I have waited _____ two hours! (for/since)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has studied _____ last January. (for/since)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They haven't spoken _____ ages. (for/since)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1-for · 2-since · 3-since · 4-since · 5-for · 6-long · 7-for · 8-for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34 · ӨДӨР 34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 · Дор хаяж 2 удаа чангаар уншаарай!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6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and Sarnai have been friends for a long time.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known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other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primary school. That means they have been friends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over ten years! Bat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studied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34 days now — every single day. Sarnai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studied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last September. She says: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loved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first lesson!" Both of them have worked hard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months. And it is showing — their English improves every single day!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studied for 34 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34 хоногийн турш суралцсан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+ period of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has studied since September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Есдүгээр сараас суралцсан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+ starting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you studied?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хэр удаан суралцсан бэ?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+ have + subject + verb?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known him since childhood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түүнийг хүүхэд наснаасаа мэддэг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+ starting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haven't slept for ages!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маш удаан унтаж байгаагүй!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ages = very long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have you lived here?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хэдийнээс эндэ амьдарч байна вэ?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+ have + subject + verb?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How long have you studied English?  /  Та хэр удаан англи хэл суралцсан бэ?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Since when have you been at this school?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How long have you lived in your current home?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How long have you known your best friend?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Since when have you been interested in English?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How long have you been awake today?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long have you studied English?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have studied English for 34 days now!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Wow! Since when exactly?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Since the beginning of this month.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Have you always liked English?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At first I didn't, but now I love it.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long have you known Bat?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have known him since primary school.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That's a long time! For how many years?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For over ten years. He is my best friend!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long have you lived in Ulaanbaatar?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have lived here since I was five years old.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Give longer answers! Don't just say 'yes' — add a reason. 'Yes, I have been there — it was amazing because...'  ·  A2 зөвлөгөө: Урт хариулт өг! Шалтгаан нэм.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34 · ӨДӨР 34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use 'for' and 'since' with Present Perfect. Bat, how long have you studied English?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studied English for 34 days — every single day without stopping!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commitment! Since when exactly?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beginning of this month. I have never missed a day!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how long have you studied English?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studied English since last September. So that's about eight months now.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have you two been friends?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been friends since primary school. For over ten years!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wonderful! Good friends and good English — you have everything you need!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days has Bat studied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Bat missed any days?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few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many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has Bat studied?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last 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last September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beginning of this 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has Sarnai studied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this month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last September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last January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has Sarnai studied?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six months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about eight months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one 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have Bat and Sarnai been friends?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five years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over ten years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since secondary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Since when have they been friends?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secondary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university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primary school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they have?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everything they need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long way to go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great grades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'For' goes with which type of time expression?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starting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period of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future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'Since' goes with which type of time expression?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 period of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 starting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 future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for or since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have studied English _____ a month. (for)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have lived here _____ 2010. (since)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He has known her _____ childhood. (since)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has worked there _____ 5 years. (for)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have waited _____ two hours. (for)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They have been friends _____ primary school. (since)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for a 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Даваа гаргаас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since 2010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нэлээд удаан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since Monday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нэг сарын турш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for ages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2010 оноос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for a long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маш удаан хугацааны турш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sentences using 'for' and 5 sentences using 'since' about your own life.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about 5 things you have done 'for' a certain time or 'since' a certain date.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Ask a friend: 'How long have you...?' and 'Since when have you...?' — 3 questions each.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FOR = period (for 3 years) · SINCE = starting point (since 2010, since Monday)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1-for · 2-since · 3-since · 4-for · 5-for · 6-since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2-D · 3-A · 4-B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3-c · 4-b · 5-b
6-b · 7-c · 8-a · 9-b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34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хугацааны үг · 20 duration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Present Perfect + for / since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Найрамдлын тухай уншсан · Read about friendship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 ба Since-ийн ялгааг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35: Present Perfect vs Past Simple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2026-04-03T10:10:53Z</dcterms:created>
  <dcterms:modified xsi:type="dcterms:W3CDTF">2026-04-03T10:10:53Z</dcterms:modified>
</cp:coreProperties>
</file>