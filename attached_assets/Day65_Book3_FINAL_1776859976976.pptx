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65 · ӨДӨР 65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Regrets &amp; Wishes  ·  Харамсал &amp; Хүсэл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Third Conditional — If I had studied, I would have passed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/rɪˈɡrɛt/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харамсах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regret not studying harder.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/wɪʃ/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хүсэх / харамсах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had studied harder.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/ɪf ˈoʊnli/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хэрэв зөвхөн...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only I had listened to my teacher!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have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/ˈʃʊd hæv/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хийх ёстой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should have studied more.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have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/ˈkʊd hæv/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хийж болох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could have passed if I had tried.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have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/ˈwʊd hæv/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хийх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would have helped if I had known.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studied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/hæd ˈstʌdid/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суралцсан байсан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studied, I would have passed.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listened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/hæd ˈlɪsənd/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сонссон байсан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listened, I would have understood.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known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/hæd noʊn/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мэдсэн байсан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known, I would have come.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tried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/hæd traɪd/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оролдсон байсан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tried harder, I could have won.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/mɪst/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алдаж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missed the opportunity to go abroad.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/ˌɒpərˈtjuːnɪti/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боломж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missed a great opportunity.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/ˈkɒnsɪkwəns/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үр дүн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choice has consequences.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/ˈaʊtkʌm/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үр дүн / гарц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outcome would have been different.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/bleɪm/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буруутгах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blame yourself for past mistakes.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/fərˈɡɪv/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уучлах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to forgive yourself.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/ˈlɛsən/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сургамж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regret teaches a lesson.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/ɔːlˈtɜːrnətɪv/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хувилбар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the alternative?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appreciate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/əˈpriːʃieɪt/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үнэлэх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appreciate the lesson I learned.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/muːv ɒn/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урагшлах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the lesson and move 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Regret /rɪˈɡrɛt/ — stress on 2nd syllable · Opportunity /ˌɒpərˈtjuːnɪti/ — 5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— 2-р үе: rih-GRET. Consequence — 3 үе: KON-see-kwents. Alternative — 4 үе: awl-TER-nuh-tiv.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Third Conditional — If I had studied, I would have passed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CONDITIONAL talks about IMAGINARY situations in the PAST — things that did NOT happen. We use it for REGRETS and SPECULATION about the past. Structure: IF + HAD + past participle, WOULD HAVE + past participle. 'If I HAD STUDIED harder, I WOULD HAVE PASSED the exam.' (I didn't study → I didn't pass → past regret). Compare: 1st Conditional = real future. 2nd Conditional = unreal present. 3rd Conditional = unreal PAST (it already happened — or didn't happen!).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CONDITIONAL нь ӨНГӨРСӨН ЦАГ дахь БОДИТ БУС нөхцлийн тухай ярьдаг — болоогүй зүйлс. ХАРАМСАЛ, ӨНГӨРСӨН ЦАГИЙН ТААМАГЛАЛД хэрэглэнэ. Хэлбэр: IF + HAD + past participle, WOULD HAVE + past participle. 'If I HAD STUDIED, I WOULD HAVE PASSED.' (Суралцаагүй → Тэнцээгүй → өнгөрсөн харамсал). Харьцуул: 1st = бодит ирээдүй. 2nd = бодит бус одоо. 3rd = бодит бус ӨНГӨРСӨН!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+ had + p.p.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have + p.p.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studied, I would have passed.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studied, I wouldn't have failed.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have passed if you had studied?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өнгөрсөн харамсал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have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past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could have passed if I had tried.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have passed?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болох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have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advice past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 have studied more!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shouldn't have given up.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you have tried harder?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хийх ёстой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regret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only I had listened!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хэрэв зөвхөн ...байсан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 + had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had studied more.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hadn't given up.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wish you had tried?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харамсал (wish)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studied = If I'D studied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HAVE passed = I'D HAVE passed = I WOULD'VE passed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Shouldn't have · Couldn't have · Wouldn't have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I'd studied = If I had studied (I'd = I had эсвэл I would)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have passed = I would have passed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Shouldn't have = хийх ёсгүй байсан (гэтэл хийсэн)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HADN'T GIVEN UP, I WOULD HAVE SUCCEEDED. If she HADN'T BEEN LATE, she WOULD HAVE CAUGHT the bus.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have happened IF you had studied more?  WOULD you have passed IF you had tried harder?  DO you WISH you had done it differently?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+ HAD + p.p. + WOULD HAVE + p.p.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for PAST regrets — it didn't happen!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'If I'd known...' = If I had known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'I would've helped' = I would have helped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should have = you didn't do it (regret!)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could have = it was possible but didn't happen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would have studied, I would have passed.  ✅ If I HAD studied, I would have passed. (no 'would' in if clause!)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had studied, I would pass.  ✅ If I had studied, I WOULD HAVE PASSED. (need 'have'!)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should have to study.  ✅ I SHOULD HAVE studied. (no 'to' after should have!)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had known, I would came.  ✅ If I had known, I would have COME. (past participle!)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If I _____ studied, I would have passed.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 wish I _____ listened to my teacher.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would have come if she _____ known.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If only I _____ tried harder!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 _____ have helped if you had asked. (would)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I should _____ studied more last week. (have)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If he hadn't given up, he _____ have won. (would)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They could _____ succeeded if they hadn't quit. (have)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1-had · 2-had · 3-would · 4-would · 5-had · 6-had · 7-have · 8-have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65 · ӨДӨР 65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is thinking about a missed opportunity.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year, he had a chance to join an English debate competition but he didn't enter because he was nervous. Now he thinks: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 had entered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competition,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have improved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 much faster. If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hadn't been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 afraid,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have won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or at least learned a lot from losing!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have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just tried.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only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had listened to my teacher who told me to go for it." But then Bat smiles: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 hadn't felt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regret,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wouldn't have worked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as hard this year. So maybe it was worth it after all. Every regret teaches a lesson!"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studied, I would have passed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Суралцсан байсан бол тэнцсэн байх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+ had + p.p. + would have + p.p.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should have tried harder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илүү хичээх ёстой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have + past participle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could have won if I had tried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Оролдсон байсан бол хожих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have + p.p. = possible past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had listened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Сонссон байсан бол гэж харамсаж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 + had + past participle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only I had known!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Мэдсэн байсан бол гэж хэлж байна!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only = strong regret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you have done if...?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Хэрэв ... байсан бол юу хийх байсан бэ?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 conditional 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Is there something you wish you had started earlier in life?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If you had studied English from age 5, how different would your life be now?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What would you have done differently if you had known about this English course earlier?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Tell me about a mistake you made and what you would have done differently.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If you hadn't started Book 1, where would you be now?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What should you have done last year that you didn't do?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have any regrets about your English learning?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I wish I had started learning English earlier.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would have been different?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I had started at age 5, I would have been fluent by now.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Is there anything you should have done differently?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should have practised speaking more from the beginning.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Why didn't you?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was too shy. If I hadn't been so scared, I could have improved faster.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would you have done if you had known about this book earlier?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would have started Book 1 immediately — no hesitation!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Any advice for future students?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Start now! If only I had known then what I know now!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At B1 level, combine tenses naturally! 'I was sleeping WHEN my phone rang.' 'She had just arrived WHEN the storm started.' This is what makes you sound truly intermediate!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65 · ӨДӨР 65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Third Conditional — past regrets! Bat, tell me about something you regret and use the Third Conditional.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OK! Last year I didn't join the English debate competition. If I had entered, I would have improved much faster. I should have just tried, even if I was nervous.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And what would have happened if you had won?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won, I would have had more confidence. And I would have entered more competitions!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Third Conditional! Sarnai, do you have any regrets?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I wish I had kept an English journal from the very beginning. If I had done that, I would have a record of all my progress now.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beautiful regret! But remember — if you hadn't made those mistakes, you wouldn't have learned these lessons. So be grateful for everything!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only we had found this course sooner — but we're here now, and that's what matters!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regret about last year?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not studying harder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not joining the English debate competition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 reading more books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didn't Bat enter the competition?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he was too busy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he didn't know about 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he was nervous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he had entered, what would have happened?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he would have lost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he would have improved much faster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he would have won easily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he should have done?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studied more grammar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just tried, even if nervous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found a better teacher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Bat had won, what would he have had more of?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money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confidence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free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wish she had done?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studied harder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kept an English journal from the beginning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joined the competition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Sarnai have now if she had done that?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certificate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record of her progress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more vocabulary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about mistakes?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mistakes are bad and should be avoided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without those mistakes, they wouldn't have learned those lessons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mistakes show bad study habits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'If I had entered' — which conditional is this?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First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Second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Third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Conditional is used for...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real future situations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unreal present situations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unreal past situations (regrets)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Third Conditional — had / would have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If I _____ studied, I would have passed. (had)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would have come if she _____ known. (had)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 _____ have helped if you had asked. (would)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If he hadn't given up, he _____ have won. (would)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 wish I _____ listened to my teacher. (had)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 should _____ studied more last week. (have)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should have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болох байсан (гэтэл болоогүй)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could have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хийх байсан (өнгөрсөн)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would have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хийх ёстой байсан (гэтэл хийгээгүй)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if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харамсал (wish)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 wish I had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хэрэв зөвхөн ... байсан бол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3 Third Conditional sentences about real regrets in your life.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about 3 things you should have / could have / would have done differently.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Answer this: 'If you hadn't started studying English, what would have happened to your life?'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IF + HAD + p.p. + WOULD HAVE + p.p. · Past regrets · should/could/would have · wish I had · if only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1-had · 2-had · 3-would · 4-would · 5-had · 6-have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2-A · 3-B · 4-E · 5-D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3-b · 4-b · 5-b
6-b · 7-b · 8-b · 9-c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65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харамсалын үг · 20 regret/wish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Third Conditional — If I had studied, I would have passed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Харамсалын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Third Conditional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66: Mixed Conditionals — All conditionals review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2026-04-08T14:16:39Z</dcterms:created>
  <dcterms:modified xsi:type="dcterms:W3CDTF">2026-04-08T14:16:39Z</dcterms:modified>
</cp:coreProperties>
</file>