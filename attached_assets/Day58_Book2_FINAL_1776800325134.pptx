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58 · ӨДӨР 58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1A8C"/>
          </a:solidFill>
          <a:ln w="12700">
            <a:solidFill>
              <a:srgbClr val="6B1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Opinions  ·  Нийгмийн сүлжээ &amp; Санал бодол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Agreeing and disagreeing — polite discussion phrases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6B1A8C"/>
          </a:solidFill>
          <a:ln w="12700">
            <a:solidFill>
              <a:srgbClr val="6B1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əˈɡriː/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зөвшөөрч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completely agree with you.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disagree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ˌdɪsəˈɡriː/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зөвшөөрдөггүй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respectfully disagree with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/ˈæbsəluːtli/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бүрэн / огт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Absolutely! That's exactly right.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/ɪɡˈzæktli/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яг тийм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Exactly! I was thinking the same.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see your 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siː jɔːr pɔɪnt/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таны санааг ойлгож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see your point, but I disagree.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/haʊˈɛvər/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However, I think differently.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/ɒn ðə ˈʌðər hænd/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нөгөө талаас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hand, it can be useful.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fair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biː fɛər/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шударгаар хэлэхэд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fair, social media has benefits.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that's a good 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/ðæts ə ɡʊd pɔɪnt/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зөв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That's a good point. I hadn't thought of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sure about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/aɪm nɒt ʃʊər/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тэнд тийм биш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sure about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a 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/juː hæv ə pɔɪnt/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тан нэг зүйл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a point, but consider this...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/ˈæktʃuəli/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үнэндээ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Actually, I think the opposite.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/fɛər 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тийм байж болно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enough — I can see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have to agree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/aɪd hæv tuː əˈɡriː/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зөвшөөрөхөөс аргагүй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have to agree with that point.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/ˈɪnfluəns/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нөлөө / нөлөөлөх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influences young people.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/əˈdɪkʃən/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донтолт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addiction is a real problem.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health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/ˈmɛntəl hɛlθ/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сэтгэцийн эрүүл мэнд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can affect mental health.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/ˌmɪsɪnfəˈmeɪʃən/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буруу мэдээлэл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 spreads on social media.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/kəˈnɛkt/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холбох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connects people globally.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/ˈplætfɔːrm/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тавцан / платформ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is a popular platform.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Absolutely /ˈæbsəluːtli/ — 4 syllables · Misinformation /ˌmɪsɪnfəˈmeɪʃən/ — 6 syllables!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Absolutely — 4 үе: AB-suh-loot-lee. Disagree — 3 үе: dis-uh-GREE. Misinformation — 6 үе: mis-in-for-MAY-shun.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Agreeing and disagreeing — polite discussion phrases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Agreeing and disagreeing politely is an essential A2+ conversation skill. AGREE: 'I completely agree!' · 'Absolutely!' · 'Exactly!' · 'That's a great point.' · 'You're absolutely right.' PARTIALLY AGREE: 'I see your point, but...' · 'To be fair...' · 'You have a point, however...' DISAGREE politely: 'I'm not sure about that.' · 'Actually, I think...' · 'On the other hand...' · 'I respectfully disagree.' Always give a REASON after agreeing or disagreeing!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Зохистойгоор зөвшөөрөх ба зөвшөөрөхгүй байх нь A2+ яриа хэлэлцлийн чухал ур чадвар. ЗӨВШӨӨРӨХ: 'I completely agree!' · 'Absolutely!' · 'Exactly!' ХЭСЭГЧЛЭН ЗӨВШӨӨРӨХ: 'I see your point, but...' · 'To be fair...' ЗОХИСТОЙГООР ЗӨВШӨӨРӨХГҮЙ: 'I'm not sure about that.' · 'Actually, I think...' · 'On the other hand...' Зөвшөөрсөн, зөвшөөрөхгүй байсан ч ШАЛТГААН ЗААВАЛ НЭМ!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fully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completely agree! That's right.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agree?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бүрэн зөвшөөрөх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see your point, but...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see your point, but I think...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partly agree?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хэсэгчлэн зөвшөөрөх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Disagree politely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sure...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sure about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you agree?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зохистойгоор зөвшөөрөхгүй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Disagree strongly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respectfully disagree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respectfully disagree because...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disagree?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хүчтэй зөвшөөрөхгүй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hand, it helps too.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about the other side?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нөгөө талаас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Agree: Absolutely! · Exactly! · That's a great point!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Partly: I see your point, but... · To be fair...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Disagree: I'm not sure... · Actually, I think... · However...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ЗӨВШӨӨРӨХ: Absolutely! Exactly! That's a great point!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ЗӨВШӨӨРӨХГҮЙ: I'm not sure... However... On the other hand...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ЗАВААЛ ШАЛТГААН НЭМ!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AGREE with that statement. I CAN'T agree — the evidence shows otherwise. I DISAGREE because...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AGREE with this?  WHAT do you think about...?  DON'T you think that...?  WOULD you say that...?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give a reason after agreeing/disagreeing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 see your point, but...' = polite disagreement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'To be fair...' = seeing both sides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'Absolutely!' = strong agreement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just say 'yes' or 'no' — add a reason!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am agree with you.  ✅ I AGREE with you. (no 'am' with agree!)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don't agree with that he said.  ✅ I don't agree WITH THAT. (simpler!)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Absolutely I agree.  ✅ ABSOLUTELY! or I absolutely agree. (word order)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see your point but however...  ✅ I see your point, HOWEVER... (not both!)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'Social media is bad.' — I _____ agree! (completely)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_____ your point, but I think differently. (see)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'English is important.' — _____! That's so true. (Absolutely)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the other hand, it connects people. (On)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'Social media is addictive.' — I'm not _____ about that. (sure)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That's a _____ point — I hadn't thought of that. (good)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'Everyone should use social media.' — I _____ disagree. (respectfully)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To be _____, it has both good and bad sides. (fair)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1-completely · 2-Absolutely · 3-sure · 4-respectfully · 5-see · 6-On · 7-good · 8-fair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58 · ӨДӨР 58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1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are debating social media.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says: "In my opinion, social media is mostly negative. It causes addiction and spreads misinformation." Sarnai responds: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see your point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but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fair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it also connects people across the world. Artists like me can share their work globally!" Bat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a good point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However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still think people spend too much time on their phones." Sarnai replies: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have to agree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that. Balance is the key.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other hand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without social media, I wouldn't have found my current art style. I learned everything from online tutorials!" Bat laughs: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you win this debate!"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completely agree with you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таньтай бүрэн зөвшөөрч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completely agree = full agreement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see your point, but...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Таны санааг ойлгож байна, гэхдээ...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polite partial disagreement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That's a great point!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маш сайн санаа байна!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agreeing with someone's idea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sure about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тэнд тодорхой биш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gentle disagreement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Нөгөө талаас...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introducing the other side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fair, it has benefits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Шударгаар хэлэхэд, давуу тал бий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acknowledging both sides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Do you agree that social media is more harmful than helpful?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Absolutely agree or disagree: 'Everyone should learn English.'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Someone says 'Students should have no homework.' Do you agree?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Do you agree that technology will replace teachers one 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Someone says 'Mongolia should have more English schools.' Your view?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Agree or disagree: 'Social media is the best way to learn English.'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think social media is mostly bad for young people.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see your point, but to be fair, it has benefits too.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Like what? I'm not sure about the benefits.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connects people globally and helps artists share their work.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a good point. However, addiction is a real problem.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I'd have to agree. Balance is absolutely essential.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agree that English is the most important language?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Absolutely! I completely agree with that.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Some people say Mongolian will disappear. Do you agree?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respectfully disagree. Our language is strong and beautiful.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On the other hand, English does help us globally.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Fair enough — we need both. I agree with that completely!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Real conversations involve agreeing AND disagreeing! Don't just say 'yes'. Say 'That's a great point, however...' or 'I see what you mean, but...' — this is what fluent speakers do!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58 · ӨДӨР 58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debate! Topic: 'Social media is good for students.' Bat — do you agree?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respectfully disagree. In my opinion, social media wastes too much time and spreads misinformation.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 — do you agree with Bat?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his point, but I don't completely agree. To be fair, social media helped me find my art style and connect with other artists worldwide.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good point, Sarnai! Bat, can you see her point?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you have a point. On the other hand, many students lose focus because of social media. I still think the negatives outweigh the positives.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enough! I'd have to agree that balance is the key. Absolutely — too much of anything is bad.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debate! You both used agreeing and disagreeing phrases perfectly. That is real A2 English!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agree social media is good?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he respectfully disagrees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is not sure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Bat's reasons against social media?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expensive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wastes time and spreads misinformation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enough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Sarnai completely agree with Bat?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she sees his point but disagrees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has social media helped Sarnai?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found a job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found art style and connected with artists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learned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then see Sarnai's point?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still think about negatives vs positives?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are equal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positives outweigh negatives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negatives outweigh positives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is the key?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more social media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balance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less technology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their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needs improvement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used phrases perfectly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need to be more confident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see your point, but...' is used for...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full agreement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changing the subject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polite disagreement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agreeing or disagreeing, you should always...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stay quiet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say 'absolutely'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give a reason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agreeing and disagreeing phrases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agree with you on that! (completely)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_____ ! That's exactly what I think. (Absolutely)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I'm not _____ about that claim. (sure)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your point, but I disagree. (see)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_____ the other hand, it has benefits. (On)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To be _____, it has both good and bad sides.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absolutely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нөгөө талаас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see your 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тэр зөв байна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on the other hand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огт / бүрэн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that's a good 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шударгаар хэлэхэд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to be fair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таны санааг ойлгож байна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6-line debate about this topic: 'Should students use phones in class?' Use 3 agreeing and 3 disagreeing phrases.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Learn 5 phrases for agreeing and 5 for disagreeing — say each one aloud confidently.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Debate this topic with a friend for 3 minutes: 'Is English more important than Mongolian?'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Agree: Absolutely! Exactly! · Partly agree: I see your point, but... To be fair... · Disagree: I'm not sure... However... On the other hand...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1-completely · 2-Absolutely · 3-sure · 4-see · 5-On · 6-fair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2-E · 3-A · 4-B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4-b · 5-b
6-c · 7-b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58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нийгмийн сүлжээний үг · 20 social media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Agreeing &amp; Disagreeing — полит хэлэлцүүлэг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Нийгмийн сүлжээний маргааны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Debate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Зохистойгоор зөвшөөрч, зөвшөөрөхгүй байж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59: Books &amp; Entertainment — Relative Clauses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2026-04-06T09:41:37Z</dcterms:created>
  <dcterms:modified xsi:type="dcterms:W3CDTF">2026-04-06T09:41:37Z</dcterms:modified>
</cp:coreProperties>
</file>