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 · ӨДӨР 40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6A1A"/>
          </a:solidFill>
          <a:ln w="12700">
            <a:solidFill>
              <a:srgbClr val="1A6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&amp; Character  ·  Зан чанар &amp; Дүр төрх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Adverbs — quickly, carefully, well, badly, hard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6A1A"/>
          </a:solidFill>
          <a:ln w="12700">
            <a:solidFill>
              <a:srgbClr val="1A6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A1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/ˈkwɪkli/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хурдан (яаж)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learns English quickly.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carefully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/ˈkɛərfəli/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болгоомжтойгоор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drives very carefully.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/ˈsloʊli/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аажуухан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speak more slowly.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loudly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/ˈlaʊdli/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чангаар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laughs very loudly.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/ˈkwaɪətli/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намуухан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works quietly at his desk.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/wɛl/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сайн (яаж)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speaks English well.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/ˈbædli/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муугаар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sang very badly today!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/hɑːrd/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хичээнгүйлэн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works very hard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хурдан (яаж)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runs very fast.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speaks English fluently.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/ˈpɜːrfɪktli/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төгс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 speaks perfectly.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/ˈkɒnfɪdəntli/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итгэлтэйгээр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answered confidently.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/ˈɒnɪstli/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шударгаар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always speaks honestly.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/ˈkaɪndli/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эелдэгээр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treats everyone kindly.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generously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/ˈdʒɛnərəsli/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өгөмжтэйгээр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gives generously.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/ˈpeɪʃəntli/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тэвчээртэйгээр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waited patiently.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ambitious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/æmˈbɪʃəs/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зорилготой / хөөцөлдлөгч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 is very ambitious.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/kriˈeɪtɪv/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бүтээлч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Sarnai is very creative.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/rɪˈlaɪəbəl/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найдвартай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a reliable friend.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6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/ˈsoʊʃəbəl/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нийтэч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a sociable person.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Carefully /ˈkɛərfəli/ · Confidently /ˈkɒnfɪdəntli/ · Fluently /ˈfluːəntli/ — add -ly to make adverbs!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Ихэнх тэмдэг нэрт -LY нэмэхэд тодотгол үг болдог: quick→quickly · careful→carefully · confident→confidently.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Adverbs — quickly, carefully, well, badly, hard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Adverbs describe HOW an action is done. Most adverbs are formed by adding -LY to adjectives: quick→quickly, careful→carefully, slow→slowly. IRREGULAR adverbs: good→well, fast→fast (same!), hard→hard (same!), early→early (same!). Position: adverbs usually come AFTER the verb or AFTER the object: 'She speaks English WELL.' 'He drives CAREFULLY.' Never between verb and object!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Тодотгол үгс нь үйлдлийг ЯАГАН хийснийг тайлбарладаг. Ихэнх тодотгол үгс тэмдэг нэрт -LY нэмж үүсдэг: quick→quickly, careful→carefully. ДУР МЭДЭН хэлбэр: good→well, fast→fast (өөрчлөгдөхгүй!), hard→hard. Байрлал: тодотгол үг ихэвчлэн үйл үгийн ДАРАА эсвэл объектын ДАРАА ирдэг.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+ 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careful → She drives carefully.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she drive?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 -аар / ... -ааар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good→well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is good at English → He speaks well.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he speak?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дур мэдэн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fast/hard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is fast → She runs fast.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she run?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өөрчлөгдөхгүй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sings beautifully.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she sing?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үйл үгийн дараа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main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always works hard.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often does she work hard?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давтамжийн тодотгол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 / Товчилсон хэлбэр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 → Adverb: careful→carefully · quick→quickly · slow→slowly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Irregular: good→well · fast→fast · hard→hard · early→early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Тэмдэг нэр → Тодотгол үг: careful→carefully (-ly нэмдэг)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Дур мэдэн: good→well · fast→fast · hard→hard (өөрчлөгдөхгүй!)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 / Дүрэм &amp; Хэрэглэгдэх хүрээ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DOESN'T speak English WELL yet. He DOESN'T drive CAREFULLY. I DIDN'T study HARD enough.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she speak? (She speaks fluently.) HOW did he drive? (Carefully.) HOW hard do you work?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Adverbs describe HOW → come after the verb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 → adverb: add -ly (usually)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good → well (most important irregular!)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fast/hard → same form (no -ly needed)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NEVER: 'She speaks English good.' → WELL!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speaks English good.  ✅ She speaks English WELL.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works hardly.  ✅ He works HARD. (hard is already an adverb)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She quickly speaks.  ✅ She speaks QUICKLY. (after the verb)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He drives careful.  ✅ He drives CAREFULLY.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She speaks English very _____. (good→well)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Please speak more _____. (slow→slowly)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 drives very _____. (careful→carefully)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She _____ learned all the words. (quick→quickly)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They work very _____ every day. (hard)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He answered the question _____. (confident→confidently)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learns new things _____. (fast)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He treats everyone very _____. (kind→kindly)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1-well · 2-carefully · 3-hard · 4-fast · 5-slowly · 6-quickly · 7-confidently · 8-kindly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 · ӨДӨР 40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6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 is a very ambitious student.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works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every day and learns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He speaks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confidently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now — even with foreigners! Sarnai is extremely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She paints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thinks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about everything. She listens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carefully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speaks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Their teacher, Ms. Bold, says: "Bat works hard, but Sarnai works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 harder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And both of them speak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much better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than they did 40 days ago. I am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incredibly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proud of their progress!"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speaks English well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англиар сайн ярьдаг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→ well (irregular!)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works hard every 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өдөр бүр хичээнгүйлэн ажилладаг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= same 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drives very carefully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маш болгоомжтойгоор жолоо барьдаг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careful → carefully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learns quickly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хурдан суралцдаг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→ quickly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Please speak more slowly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Аажуухан ярьна уу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→ slowly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 answered confidently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итгэлтэйгээр хариуллаа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→ confidently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How do you speak English — quickly or slowly? Fluently or with mistakes?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Do you work hard at school? How hard?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How does your best friend treat people — kindly or not?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Do you drive carefully? (Or does someone you know drive badly?)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How do you learn new vocabulary — quickly or slowly?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How would your teacher describe you as a student? Use adverbs!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do you speak English now?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Much better than before! I speak more confidently now.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learn vocabulary quickly?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Not always! I learn some words quickly and others slowly.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does your English teacher explain things?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 explains everything clearly and patiently.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work hard at school?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 work very hard. Sometimes too hard!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well can you speak English now?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 can speak it well enough for basic conversations.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How does Sarnai paint?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She paints beautifully! She is incredibly talented.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At A2 level, give full answers with comparisons! Don't say 'yes' — say 'Yes, Seoul is bigger than Ulaanbaatar because...'  ·  Харьцуулах үгс хэрэглэж дэлгэрэнгүй хариулт өг!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40 · ӨДӨР 40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practise adverbs — HOW we do things. Bat, how do you work at school?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very hard! I study English carefully every evening.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Good! And how well do you speak English now compared to Day 1?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better! I speak more confidently now. I can express myself clearly.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Sarnai, how do you learn new vocabulary?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each word carefully three times. Then I use it in a sentence. That way I remember it more easily.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strategy! How well can both of you speak English now?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enough for a good conversation!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 are improving quickly every single day!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work at school?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lazily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very hard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slowly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does Bat study English?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every morning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every weekend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every evening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speak English now?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badly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too slowly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more confidently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Bat feel he expresses himself?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with many mistakes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clearly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quietly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Sarnai learn vocabulary?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quickly without thinking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carefully, 3 times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by just reading once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Sarnai do after reading a word?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writes it down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tells a friend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uses it in a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does this help Sarnai?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it is faster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she remembers more easily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it is more fun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Bat and Sarnai have a good conversation now?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only in class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are they improving?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slowly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with difficulty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quickly every day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is the adverb of 'good'?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goodly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well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better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adverb forms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She speaks English very _____. (good→well)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He drives very _____. (careful→carefully)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They work very _____ every day. (hard)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She learns new things _____. (fast)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Please speak more _____. (slow→slowly)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He answered _____. (confident→confidently)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quickly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тэвчээртэйгээр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carefully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хурдан (яаж)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well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болгоомжтойгоор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patiently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сайн (яаж)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fluently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чөлөөтэй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5 sentences describing HOW you do things every day (use adverbs).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Write the adverb form of: careful, quick, slow, loud, quiet, honest, kind, confident.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Describe a friend's personality using 5 adverbs: 'She speaks kindly / works hard...'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adj → adverb: add -ly · good→well · fast→fast · hard→hard (no -ly!) · ALWAYS after verb!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1-well · 2-carefully · 3-hard · 4-fast · 5-slowly · 6-confidently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3-D · 4-A · 5-E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2-c · 3-c · 4-b · 5-b
6-c · 7-b · 8-b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40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зан чанарын үг · 20 personality/adverb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Adverbs — adj→ adverb formation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Зан чанарын тухай уншсан · Read about character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Speaking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Тодотгол үг хэрэглэж сурсан · Used adverbs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41: Giving Opinions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2026-04-04T03:09:24Z</dcterms:created>
  <dcterms:modified xsi:type="dcterms:W3CDTF">2026-04-04T03:09:24Z</dcterms:modified>
</cp:coreProperties>
</file>