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72 · ӨДӨР 72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Discussions &amp; Debates  ·  Хэлэлцүүлэг &amp; Маргаан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Discourse markers — however, although, despite, nevertheless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however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/haʊˈɛvər/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гэсэн хэдий ч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agree. However, I have concerns.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although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/ɔːlˈðoʊ/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хэдий ч / ч гэсэн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Although it's hard, I keep trying.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despite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/dɪˈspaɪt/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-ийг үл харгалзан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Despite the rain, we went out.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nevertheless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/ˌnɛvərðəˈlɛs/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гэсэн хэдий ч (хүчтэй)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was difficult. Nevertheless, I succeeded.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contrast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/ɪn ˈkɒntrɑːst/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эсэргүүцэлд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contrast, Japan is very different.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the contrary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/ɒn ðə ˈkɒntrəri/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харин ч эсрэгээрээ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I'm not tired — on the contrary, I'm excited!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/wɛərˈæz/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харин (эсрэгийг заах)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is quiet, whereas her sister is loud.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spite of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/ɪn spaɪt ɒv/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-ийг үл харгалзан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spite of the cost, I bought it.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 though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/ˈiːvən ðoʊ/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хэдий ч / ч гэсэн (хүчтэй)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 though it rained, we had fun.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nonetheless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/ˌnʌnðəˈlɛs/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гэсэн ч / гэсэн хэдий ч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was boring. Nonetheless, I stayed.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the other hand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/ɒn ðə ˈʌðər hænd/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нөгөө талаас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the other hand, there are benefits.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that said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/ðæt sɛd/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тийм ч гэсэн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That said, there are some risks.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admittedly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/ədˈmɪtɪdli/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хүлээн зөвшөөрч хэлэхэд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Admittedly, it is not perfect.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fair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/tuː biː fɛər/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шударгаар хэлэхэд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fair, both sides have merit.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furthermore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/ˈfɜːðərˌmɔːr/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мөн түүнчлэн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Furthermore, evidence supports this.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consequently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/ˈkɒnsɪkwəntli/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үр дүнд нь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Consequently, prices have risen.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therefore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/ˈðɛərfɔːr/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иймд / тиймэрхүү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Therefore, we must act now.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a result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/æz ə rɪˈzʌlt/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үүний үр дүнд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a result, things improved.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conclusion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/ɪn kənˈkluːʒən/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дүгнэлт болгон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conclusion, English is vital.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sum up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/tuː sʌm ʌp/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нэгтгэж хэлэхэд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sum up, practice is essential.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Nevertheless /ˌnɛvərðəˈlɛs/ — 4 syllables · Consequently /ˈkɒnsɪkwəntli/ — 4 syllables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Nevertheless — 4 үе: nev-er-the-LESS. Admittedly — 4 үе: ad-MIT-ed-lee. Furthermore — 3 үе: FUR-ther-more.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Discourse markers — however, although, despite, nevertheless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DISCOURSE MARKERS connect ideas and show logical relationships between sentences. CONTRAST markers: However / Nevertheless / That said (sentence connector + comma). Although / Even though / Whereas (within a sentence). Despite / In spite of (+ noun/-ing, NOT + clause). 'Despite the rain...' (correct) vs 'Despite it rained' (wrong). CAUSE/RESULT: Therefore / Consequently / As a result. CONCESSION: Admittedly / To be fair / On the other hand. These markers transform choppy sentences into flowing, sophisticated B1+ writing.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ХОЛБООС ҮГС нь санааг холбож логик харилцааг харуулдаг. ЭСЭРГҮҮЦЛИЙН холбоос: However / Nevertheless / That said (өгүүлбэр холбогч + таслал). Although / Even though / Whereas (өгүүлбэрийн дотор). Despite / In spite of (+ нэр / -ing, өгүүлбэр биш!). 'Despite the rain...' (зөв) vs 'Despite it rained' (буруу). ШАЛТГААН/ҮР ДҮН: Therefore / Consequently / As a result. БУУЛТ: Admittedly / To be fair / On the other hand.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However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 connector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agree. However, I have concerns.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гэсэн хэдий ч (өгүүлбэр холбогч)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Although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 clause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Although it's hard, I keep trying.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хэдий ч (өгүүлбэрийн дотор)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Despite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noun/ing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Despite the rain, we went out.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үл харгалзан (нэр/ing дараа)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Nevertheless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contrast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failed. Nevertheless, we tried.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гэсэн хэдий ч (хүчтэй)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Therefore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It's important. Therefore, practise.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иймд / тиймэрхүү (үр дүн)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/ In spite of + NOUN or -ING (NOT + clause!)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the rain ✅ · Despite it rained ❌ · Despite raining ✅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 / Nevertheless = start of a NEW sentence (+ comma)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+ нэр үг / -ing (өгүүлбэр биш!): Despite the rain / Despite raining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However, Nevertheless — шинэ өгүүлбэрийн эхэнд таслалтай хэрэглэнэ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NOT having money, she succeeded. Although she DID NOT study, she passed. However, it was NOT easy for her.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HOWEVER, what are the benefits? · ALTHOUGH it is difficult, CAN you continue? · DESPITE the challenges, WHAT have you achieved?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However / Nevertheless = new sentence + comma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Although / Even though = within a sentence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Despite / In spite of + noun or -ing (not clause!)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Therefore / Consequently = result/conclusion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 the other hand = show another perspective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Despite it rained, we went out.  ✅ Despite THE RAIN, we went out. (despite + noun!)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Although, she passed the test.  ✅ Although she didn't study, she passed. (although needs two clauses!)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However she is tired, she worked.  ✅ She is tired. HOWEVER, she worked. (however = new sentence!)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 spite of she was nervous, she spoke.  ✅ In spite of BEING nervous, she spoke. (-ing after in spite of!)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_____ the difficulty, she succeeded. (Despite)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She is quiet, _____ her sister is loud. (whereas)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_____ it was expensive, I bought it. (Although)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_____ the cost, I bought it. (In spite of)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It was hard. _____, I finished. (Nevertheless)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It rained. _____, we had fun! (Even though — rewrite)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It is important. _____, practise daily. (Therefore)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_____ the other hand, there are benefits. (On)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1-Despite · 2-Although · 3-Nevertheless · 4-Therefore · 5-whereas · 6-In spite of · 7-Even though it rained, we had fun! · 8-On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72 · ӨДӨР 72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A5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and Sarnai debate the question: 'Is social media good for education?'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argues: "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Although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social media has many risks, it can be an excellent learning tool.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Despite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distractions, students can find educational content.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Furthermore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language learners can connect with native speakers worldwide." Sarnai responds: "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However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most students use it for entertainment rather than education.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Nevertheless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I admit there are some benefits.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said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the negatives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consequently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outweigh the positives for most students." Their teacher concludes: "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sum up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both sides have valid points. Balance is key!"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Although it is difficult, I keep trying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Хэцүү ч гэсэн би үргэлжлүүлдэг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although + clause + clause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Despite the challenges, she succeeded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Бэрхшээлийг үл харгалзан тэр амжилтанд хүрсэн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despite + noun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However, there are some benefits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Гэсэн хэдий ч зарим давуу тал байдаг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However, = new sentence + comma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Nevertheless, I will keep going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Гэсэн хэдий ч би үргэлжлүүлнэ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nevertheless = strong contrast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Therefore, we must practise daily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Иймд бид өдөр бүр дадлагалах ёстой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therefore = result/conclusion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spite of being nervous, she spoke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Айж байсан ч тэр ярьсан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spite of + -ing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Use 'although' to talk about something difficult you do: 'Although..., I...'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Use 'despite' to describe overcoming a challenge in English.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Use 'however' to show the other side of social media.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Use 'nevertheless' in a sentence about your English learning.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Use 'therefore' to explain why English is important for you.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Use 'in spite of' to describe something you achieved despite difficulties.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do you think about technology in schools?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Although it has risks, it can be very beneficial for learning.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Don't you think it distracts students?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That's a valid point. Nevertheless, the benefits outweigh the risks.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However, not all students use it wisely.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agree. Despite this, banning it entirely seems too extreme.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So what's the solution?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Teach students to use it responsibly. Therefore, digital literacy is key.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Even though it's hard to control, we should try.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Exactly! In spite of the challenges, education must adapt.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To sum up, you support technology in classrooms?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With proper guidance — absolutely!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B1 Tip: Discourse markers make your English flow beautifully! Instead of short choppy sentences, use 'However', 'Nevertheless', 'Despite this' to connect ideas. This is the difference between B1 and A2 writing!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72 · ӨДӨР 72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discourse markers. I'll give you two ideas — connect them using a discourse marker. Ready? 'English is difficult. I enjoy learning it.'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English is difficult, I enjoy learning it! Or: English is difficult. Nevertheless, I enjoy learning it.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options — perfect! 'She didn't study. She passed the exam.'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not studying, she passed the exam. Or: She didn't study. However, she passed the exam.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Excellent! Now give me an example using 'therefore'.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is the global language of business. Therefore, every student should learn it!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'in spite of'?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spite of being nervous, I gave my English presentation and the teacher said it was excellent!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two options does Bat give for connecting the sentences?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However and Therefore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Although + clause, and Nevertheless + new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Despite and In spite of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sentence does Sarnai transform using 'despite'?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She was nervous, despite she passed.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Despite not studying, she passed.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Despite she didn't study, she passed.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'despite she didn't study' correct?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yes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it depends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no — despite + noun or -ing only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example does Bat give for 'therefore'?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English is difficult, therefore study.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English is global. Therefore, every student should learn it.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Therefore English is important.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Sarnai use 'in spite of' with?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in spite of being nervous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in spite of she was nervous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in spite of nervous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did Sarnai's presentation go?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she couldn't finish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it was average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 teacher said it was excellent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'However' connects...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two ideas within one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 noun to a clause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two separate sentences with a comma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'Although' connects...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two separate sentences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two clauses within one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 noun and a verb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'Despite' is followed by...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 full clause with subject and verb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 noun or -ing 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therefore or however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'Therefore' introduces...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 contrast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 result or conclusion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an example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discourse markers — however/although/despite/nevertheless/therefore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_____ the difficulty, she succeeded. (Despite)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_____ it was expensive, I bought it. (Although)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It was hard. _____, I finished. (Nevertheless)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It is important. _____, practise daily. (Therefore)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She is quiet, _____ her sister is loud. (whereas)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_____ being nervous, she gave the speech. (In spite of)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however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үр дүнд / иймд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although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үл харгалзан (нэр/ing)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despite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нөгөө талаас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therefore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өгүүлбэр доторх эсэргүүцэл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on the other hand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өгүүлбэр хоорондын эсэргүүцэл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a paragraph about 'The advantages and disadvantages of social media' — use however, although, despite, nevertheless, therefore.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Write 5 pairs of sentences and connect them with a discourse marker each.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Debate this topic for 2 minutes: 'Social media does more harm than good.' Use discourse markers throughout!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Despite/In spite of + NOUN or -ING (not clause!) · However/Nevertheless = new sentence · Although = within one sentence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1-Despite · 2-Although · 3-Nevertheless · 4-Therefore · 5-whereas · 6-In spite of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1-E · 2-D · 3-B · 4-A · 5-C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2-b · 3-c · 4-b · 5-a
6-c · 7-c · 8-b · 9-b · 10-b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72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холбоос үгийн үгс · 20 discourse marker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Discourse markers — however/although/despite/nevertheless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Маргааны тухай уншсан · Read debate passage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Debate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Discourse marker хэрэглэж сурсан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73: Expressing Emotions — Wish + Past Simple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2026-04-10T11:19:47Z</dcterms:created>
  <dcterms:modified xsi:type="dcterms:W3CDTF">2026-04-10T11:19:47Z</dcterms:modified>
</cp:coreProperties>
</file>