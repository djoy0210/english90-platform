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54 · ӨДӨР 54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0D5C7B"/>
          </a:solidFill>
          <a:ln w="12700">
            <a:solidFill>
              <a:srgbClr val="0D5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Technology  ·  Шинжлэх ухаан &amp; Технологи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Present Passive — is made / is used / is called / is known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0D5C7B"/>
          </a:solidFill>
          <a:ln w="12700">
            <a:solidFill>
              <a:srgbClr val="0D5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meɪd/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phone is made in Korea.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juːzd/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хэрэглэгддэг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is used worldwide.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called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kɔːld/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нэрлэгддэг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device is called a tablet.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known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noʊn/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 is known for its vast steppe.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produced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prəˈdjuːst/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үйлдвэрлэгддэг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car is produced in Japan.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sold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soʊld/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зарагддэг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app is sold worldwide.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written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ˈrɪtən/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бичигддэг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code is written in Python.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designed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dɪˈzaɪnd/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зохион бүтээгддэг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logo is designed by a team.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powered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ˈpaʊərd/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тэжээгддэг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car is powered by electricity.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connected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/ɪz kəˈnɛktɪd/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холбогддэг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device is connected to the internet.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voice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/ˈpæsɪv vɔɪs/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идэвхгүй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voice focuses on the action.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voice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/ˈæktɪv vɔɪs/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идэвхтэй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Active: Samsung makes phones.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/baɪ/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-аар / ... -ийн гараар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made BY robots.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/rɪˈsɜːrtʃ/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судалгаа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is conducted by scientists.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/ɪkˈspɛrɪmənt/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 are carried out daily.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/dɪˈskʌvər/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нээлт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things are discovered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/ɪnˈvɛnt/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шинэ зүйл зохиох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technologies are invented constantly.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/ˌmænjʊˈfæktʃər/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үйлдвэрлэх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are manufactured globally.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/tɛst/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туршилт хийх / шалгах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products are tested before sale.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5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/lɔːntʃ/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гаргах / нээх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apps are launched every week.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Passive /ˈpæsɪv/ · Manufacture /ˌmænjʊˈfæktʃər/ — 4 syllables · Research /rɪˈsɜːrtʃ/ — stress on 2nd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2 үе: PAS-iv. Manufacture — 4 үе: man-yoo-FAK-cher. Experiment — 4 үе: ek-SPER-ih-ment.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Present Passive — is made / is used / is called / is known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PASSIVE VOICE moves the focus from the DOER of the action to the RECEIVER. ACTIVE: 'Samsung makes this phone.' (focus on Samsung — the doer). PASSIVE: 'This phone is made by Samsung.' (focus on the phone — the receiver). PRESENT PASSIVE form: is/are + past participle. Use passive when: 1) The doer is unknown or unimportant. 2) The action is more important than who did it. 3) In formal/scientific writing. 'by + agent' is optional — often left out when unknown.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ИДЭВХГҮЙ ХЭЛБЭР нь үйлийг ХИЙГЧ-ийн оронд ХҮЛЭЭН АВАГЧ дээр анхаарлыг чиглүүлдэг. ИДЭВХТЭЙ: 'Samsung makes this phone.' (Samsung дээр анхаарна). ИДЭВХГҮЙ: 'This phone is made by Samsung.' (утас дээр анхаарна). ОДОО ЦАГИЙН ИДЭВХГҮЙ ХЭЛБЭР: is/are + past participle. Хэзээ хэрэглэх: 1) Хийгч тодорхойгүй. 2) Үйл нь чухал. 3) Албан ёсны/шинжлэх ухааны бичиглэлд.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made in Korea.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 made in Japan.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it made?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хийгддэг (нэгдмэл)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are made by robots.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are not made by hand.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are phones made?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хийгддэг (олон тоо)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+ p.p. + by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designed by Apple.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 designed by Samsung.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it designed by?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-аар хийгддэг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passive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known as 'the English student'.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not known for sports.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you known for English?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мэдэгддэг (I)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active→passive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makes phones.→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are made by Samsung.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makes them?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идэвхтэй→идэвхгүй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Subject + verb + object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Object + is/are + past participle (+ by + agent)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'By' is optional — often omitted when the agent is unknown or unimportant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Идэвхтэй: Samsung MAKES phones.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Идэвхгүй: Phones ARE MADE by Samsung.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'by'-г орхиж болно хэрэв хийгч тодорхойгүй бол!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phone IS NOT MADE in Mongolia. Phones ARE NOT produced by hand anymore. I AM NOT known for singing!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this phone MADE?  BY WHOM is it designed?  WHAT language is English IS spoken in?  HOW MANY phones ARE sold every day?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Active: Samsung makes phones. (who does it?)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Passive: Phones are made. (what happens?)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Form: is/are + past participle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'by + agent' = optional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passive in formal/scientific writing!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This phone is make in Korea.  ✅ This phone is MADE in Korea. (past participle!)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Phones are making by robots.  ✅ Phones ARE MADE by robots.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English is spoke worldwide.  ✅ English is SPOKEN worldwide.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is know as AI.  ✅ It is KNOWN as AI.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This phone _____ in Korea. (make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English _____ as a global language. (know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Phones _____ by robots in this factory. (make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New apps _____ every week. (launch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This code _____ in Python. (write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Products _____ before they are sold. (test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logo _____ by a famous designer. (design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This car _____ by electricity. (power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1-is made · 2-are made · 3-is written · 4-is designed · 5-is known · 6-are launched · 7-are tested · 8-is powered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54 · ӨДӨР 54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5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surrounds us every day.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smartphone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made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over 60 different materials. Its software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written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thousands of engineers worldwide. Each component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tested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hundreds of times before the phone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sold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internet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used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over five billion people every day.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spoken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over 100 countries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considered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global language of science and technology. In Mongolia, new tech companies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being created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year. The future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being built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right now — and English is the language in which it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written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phone is made in Korea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 утас Солонгост хийгддэг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+ made (past participle)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is spoken worldwide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 хэл дэлхий даяар ярьдаг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+ spoken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are made by robots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Утасны заводод роботоор хийгддэг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+ made + by + agent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code is written in Python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 нь Python хэл дээр бичигддэг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+ written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are tested before sale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Бүтээгдэхүүнийг зарахаасаа өмнө туршдаг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+ tested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 is known for its steppe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 тал нутгаараа алдартай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+ known + for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Where is your phone or laptop made?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language is English taught in at your school?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is Mongolia known for around the world?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new technologies are being used in Mongolia right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products are made in Mongolia and exported?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Why is English used as the language of science and technology?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Where is your phone made?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It's made in China. It's a Xiaomi.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it tested before it's sold?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All products are tested many times.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language is this software written in?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It's written in Java. Most apps are.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English really used everywhere in tech?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Absolutely! All the best code is written in English.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Mongolia known for technology?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Not yet, but new tech companies are being created every year!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will Mongolia be known for in the future?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Tech, tourism, and English-speaking graduates like us!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passive voice to sound more professional! 'Phones are made in Korea.' 'English is spoken worldwide.' Practice these structures!  ·  Идэвхгүй хэлбэр хэрэглэж мэргэжлийн сонсогдуул!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54 · ӨДӨР 54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 the passive voice. Let me give examples. Bat, where is your phone made?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phone is made in China. It's a Xiaomi and it's sold in over 100 countries.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Good! How is it powered?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powered by a lithium battery. All the software is written by engineers in China.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passive voice! Sarnai, what is Mongolia known for?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Mongolia is known for its vast steppe, the Gobi Desert, and the Mongolian horse. And now it's being discovered by international tourists!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Wonderful! Is English used in Mongolian technology companies?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English is used in all international meetings and most software is written in English. That is why we study it so hard!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Bat's phone made?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Korea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Japan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how many countries is it sold?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over 100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Bat's phone powered?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solar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lithium battery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electricity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the software written by?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Mongolian engineers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American engineers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Chinese engineers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Mongolia known for?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technology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steppe, Gobi, Mongolian horse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agriculture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discovering Mongolia now?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scientists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students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international tourists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English used in Mongolian tech companies?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rarely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sometimes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what language is most software written?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Chinese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Korean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Sarnai say they study English hard?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for exams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because most software is written in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because the teacher says 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'This phone is made' — what is the form?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active voice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present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present passive — is/are + past participle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This phone _____ in Korea. (make)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Phones _____ by robots. (make)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This code _____ in Python. (write)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English _____ worldwide. (speak)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Products _____ before sale. (test)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New apps _____ every week. (launch)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is made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бичигддэг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is used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хэрэглэгддэг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is written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мэдэгддэг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is known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зарагддэг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is sold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хийгддэг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passive sentences about products you use every day (phone, food, clothes).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interesting facts about Mongolia using present passive.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Describe how your school is run using passive: 'Tests are given every...', 'Students are taught by...'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Active: Samsung makes phones → Passive: Phones ARE MADE by Samsung. is/are + past participle!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1-is made · 2-are made · 3-is written · 4-is spoken · 5-are tested · 6-are launched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2-B · 3-A · 4-C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2-b · 3-b · 4-c · 5-b
6-c · 7-b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54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шинжлэх ухааны үг · 20 science/tech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Present Passive — is/are + past participle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Технологийн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Present Passive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55: History &amp; Events — Past Passive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2026-04-06T03:59:37Z</dcterms:created>
  <dcterms:modified xsi:type="dcterms:W3CDTF">2026-04-06T03:59:37Z</dcterms:modified>
</cp:coreProperties>
</file>