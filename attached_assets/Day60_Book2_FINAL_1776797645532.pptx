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· ӨДӨР 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Graduation Day 🎓  ·  A2 Дунд шатны Төгсөлт 🎓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Full A2 review — free conversation · Бүх A2 дүрэм чөлөөтэй яриа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/ˈɡrædʒueɪt/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төгсөх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Congratulations — you have graduated!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/əˈkʌmplɪʃ/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биелүүлэх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accomplished so much!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/ˌɪntəˈmiːdiət/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дунд түвшин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now at intermediate level!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/ˈmaɪlstoʊn/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үе шат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a major milestone in your journey.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persevere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/ˌpɜːrsɪˈvɪər/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тэвчин тэсэх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persevered for 60 days — incredible!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/ˌdɛdɪˈkeɪʃən/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зориулалт / хичээл зүтгэл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dedication has been extraordinary.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/kənˈsɪstənt/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тогтмол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consistent is the secret to success.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 ярих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becoming more fluent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/kəˈmjuːnɪkeɪt/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харилцах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now communicate at A2 level!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/ɪkˈsprɛs/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илэрхийлэх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express complex ideas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/kəmˈpɛər/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compare and contrast ideas.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/dɪˈskraɪb/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тайлбарлах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describe people, places, and events.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/rɪˈpɔːrt/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report what others have said.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/dɪˈskʌs/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хэлэлцэх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discuss opinions and agree/disagree.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/ˈnærˌeɪt/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narrate stories in past and present.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proud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/praʊd/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бахархах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are all so proud of you today!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урам зориг өгөх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inspire everyone around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/kənˈtɪnjuː/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үргэлжлүүлэх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to Book 3 and beyond!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/bɪˈliːv/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Believe in yourself — you can do this!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97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extraordinary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/ɪkˈstrɔːrdɪˌnɛri/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гайхалтай / онцгой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progress has been extraordinary!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Accomplish /əˈkʌmplɪʃ/ · Persevere /ˌpɜːrsɪˈvɪər/ · Extraordinary /ɪkˈstrɔːrdɪˌnɛri/ — 5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— 5 үе: ik-STROR-dih-neh-ree. Persevere — 3 үе: per-suh-VEER. Dedication — 4 үе: ded-ih-KAY-shun.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Full A2 review — free conversation · Бүх A2 дүрэм чөлөөтэй яриа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— you completed A2! In 60 days you mastered: Storytelling sequences · Present Perfect · For/Since · Comparative/Superlative adjectives · Too/Enough · Would rather/Prefer · Adverbs · Opinion phrases · Reflexive pronouns · Should/Shouldn't · Some/Any · Conditionals 1 &amp; 2 · Must/Mustn't · Need to · Will vs Going to · Present &amp; Past Passive · Reported Speech · Agreeing/Disagreeing · Relative Clauses. You can now have real conversations at A2 level. You are no longer a beginner — you are INTERMEDIATE!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БАЯР ХҮРГЭЕ — та A2 дуусгасан! 60 хоногт та эзэмшсэн: Дараалалын үгс · Present Perfect · For/Since · Харьцуулах тэмдэг нэр · Too/Enough · Would rather/Prefer · Adverbs · Санал бодол · Reflexive pronouns · Should/Shouldn't · Some/Any · 1-р, 2-р Conditional · Must/Mustn't · Need to · Will vs Going to · Present &amp; Past Passive · Reported Speech · Зөвшөөрөх/Зөвшөөрөхгүй · Relative Clauses. Та жинхэнэ A2 яриа хийж чадна!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have/has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for 60 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stopped.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improved?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туршлага / 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&amp; 2nd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study, I will pass. / If I were...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you? / Would you?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 / бодит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is/was + p.p.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spoken worldwide.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it spoken?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идэвхгүй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said/told + 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said she was proud.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she say?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өгүүллэгийн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who/which/that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who studied passed!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student?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харьцааны өгүүлбэр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complete toolkit: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 Perfect · Comparatives/Superlatives · Conditionals 1&amp;2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 (present/past) · Reported Speech · Relative Clauses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Must/Should/Need to/Will/Going to · Agreeing/Disagreeing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бүрэн хэрэгсэл: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600 шинэ үг · 30 дүрмийн бүтэц · 4 чадварын бүрэн дадлага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A2-д хүрлээ — та дунд түвшинд байна!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stopped. · I WON'T give up. · I MUSTN'T forget to practise. · I DON'T NEED TO be perfect — just consistent!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improved? · WILL you continue to Book 3? · CAN you describe what you've learned? · WHO is the student that never gave up? (That's YOU!)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= you can: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Describe experiences (Present Perfect)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Compare things (Comparatives/Superlatives)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Talk about real &amp; imaginary futures (Conditionals)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passive voice (formal/scientific)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Report what others said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relative clauses to add detail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mistakes — that is how you LEARNED!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of consistent effort deserves celebration!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mistake you made was a step forward.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 same person who started Day 31 — you have GROWN! 🌟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studied English _____ 60 days. (for)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book _____ I read was amazing. (which/that)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I continue, I _____ become fluent.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said she _____ very proud of us.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English _____ spoken in over 100 countries. (is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The student _____ studies hard will succeed. (who)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If I _____ more time, I'd study even more. (had — 2nd cond.)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completely _____ — A2 is an amazing achievement! (agree)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1-for · 2-will · 3-is · 4-had · 5-which/that · 6-was · 7-who · 8-agree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· ӨДӨР 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60. A2 Graduation Day.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 days ago, Bat and Sarnai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express complex ideas in English. Today is completely different. 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studied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consistently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months — every single day.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now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compare things, describe his experiences, discuss opinions, report what others said, and use relative clauses naturally. He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had given up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never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reached this level." Sarnai adds: "English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spoken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worldwide,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means our opportunities are now limitless." Their teacher says: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told you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succeed — and you did! Congratulations! 🎓"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for 60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60 хоногийн турш суралцсан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Perfect + for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now express complex ideas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одоо нарийн санааг илэрхийлж чадна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had given up, I wouldn't have succeeded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бууж өгсөн бол хүрэхгүй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Conditional reflection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spoken worldwide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 дэлхий даяар ярьдаг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said she was proud of 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бидэнд бахарсан гэж хэлсэн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Speech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who never gave up — that's you!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бууж өгөөгүй оюутан — тэр бол та!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clause + celebration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Introduce yourself completely at A2 level — name, background, studies, experiences, plans, opinions!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was the most useful grammar you learned in Book 2?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Use a relative clause: describe someone who inspired you during these 60 days.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Use reported speech: what did your teacher tell you during Book 2?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If you hadn't studied English for 60 days, what would be different? (2nd Conditional!)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are you going to do next to continue improving? Make a real plan!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Congratulations on completing A2!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I can't believe I've made it this far.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was the hardest grammar for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 conditionals! First and second were confusing at first.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topic did you enjoy the most?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Relative clauses — they made my sentences so much better!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are you going to do now?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I'm going to start Book 3 immediately. No breaks!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If you could describe your English journey in one word?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Transformative! English has completely changed how I see the world.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Any advice for someone starting Book 1?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Never give up. The student who perseveres will always succeed!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YOU DID IT! You completed A2! Your English is now at an intermediate level. Book 3 (B1) awaits — Past Continuous, Conditionals, Modals of Probability, and so much more. Keep going — you are amazing! 🎓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 · ӨДӨР 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this is our A2 Graduation Day! How do you feel, Bat?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 incredibly proud! When I started Day 31, I could barely use Present Perfect. Now I can use passive voice, reported speech, and relative clauses!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extraordinary progress! Sarnai — what has changed for you?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Everything! I can now express my opinions confidently, agree and disagree politely, and describe my art in English to international audiences.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beautiful! You have both worked so consistently. What will you do next?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going to start Book 3 together! I told Sarnai that we wouldn't stop until we reached B1.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 said that nothing could stop us now. The student who studies every day will always succeed!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both extraordinary. I am so proud of you. Congratulations, class — you are officially A2! 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feel on graduation 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incredibly proud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nervous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could Bat barely do at Day 31?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speak at 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use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write in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Bat use now?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Present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passive voice, reported speech, relative clauses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comparatives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has changed for Sarnai?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nothing much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can express opinions, agree/disagree, describe 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her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whom can Sarnai now describe her art?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Mongolian people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international audiences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her family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Bat and Sarnai going to do next?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take a long break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start Book 3 together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go abroad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Bat tell Sarnai?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would stop at 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wouldn't stop until B1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needed more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about the student who studies every 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get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forget everything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will always succeed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call them?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good students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extraordinary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hardworking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level have they officially reached?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A2 graduation — all grammar mixed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studied English for 60 days.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If I continue, I _____ become fluent.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English _____ spoken worldwide. (is)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said she _____ proud of us.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student _____ never gave up succeeded! (who)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completely _____ — this is a great achievement! (agree)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Present Perfect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идэвхгүй хэлбэр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Conditional 1&amp;2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нөхцөлт өгүүлбэр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Passive voice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харьцааны өгүүлбэр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Reported Speech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туршлага / хугацаа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Relative Clause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өгүүллэгийн яриа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letter to your Day 31 self — what have you learned? What are you going to do next?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600 words from Book 2 (Days 31-60) — you have an incredible vocabulary now!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yourself for 2 minutes speaking in English about Book 2 — celebrate your achievement!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🚀 Start Book 3 (B1 Level) — Past Continuous, Third Conditional, Modals of Probability, and more!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1-have · 2-will · 3-is · 4-was · 5-who · 6-agree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2-B · 3-A · 4-E · 5-C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4-b · 5-b
6-b · 7-b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1200+ үг суралцсан (Book 1+2) · 1200+ total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A2 дүрэм · All A2 grammar mastered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Бүх 4 дадлага · All 4 skills at A2 level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60 өдрийн тогтмол суралцалт · 60 days consistent!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Нарийн санааг илэрхийлэх чадвар · Can express complex ideas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🏆 A2 CERTIFICATE EARNED · BOOK 2 COMPLETE! 🎓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🚀 Ready for Book 3 — B1 Level!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Book 2 Complete! Start Book 3! 🚀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2026-04-06T09:41:37Z</dcterms:created>
  <dcterms:modified xsi:type="dcterms:W3CDTF">2026-04-06T09:41:37Z</dcterms:modified>
</cp:coreProperties>
</file>