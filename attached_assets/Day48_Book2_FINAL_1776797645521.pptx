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· ӨДӨР 48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5A1E8C"/>
          </a:solidFill>
          <a:ln w="12700">
            <a:solidFill>
              <a:srgbClr val="5A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Solutions  ·  Асуудал &amp; Шийдэл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Second Conditional — If I were rich, I would buy...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5A1E8C"/>
          </a:solidFill>
          <a:ln w="12700">
            <a:solidFill>
              <a:srgbClr val="5A1E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E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хүсэх / мөрөөдөх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wish I could speak 5 languages.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/ɪˈmædʒɪn/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төсөөлөх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 if you were a millionaire!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/səˈluːʃən/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шийдэл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solution to this problem?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/ˈprɒbləm/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асуудал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problem has a solution.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/ˈtʃælɪndʒ/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English is a challenge.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/ˌoʊvərˈkʌm/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даван туулах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tried harder, I'd overcome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/ˌɒpərˈtjuːnɪti/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spoke English, I'd have more opportunities.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/ˌsɪtʃuˈeɪʃən/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нөхцөл байдал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in your situation, I'd...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/ədˈvaɪs/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зөвлөгөө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you, I'd take that advice.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/ɪmˈpruːv/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сайжруулах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practised more, I'd improve faster.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/əˈtʃiːv/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хүрэх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worked hard, I'd achieve my goals.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/driːm/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мөрөөдөх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could fly, I'd travel everywhere.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/ˌvɒlənˈtɪər/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сайн дурын ажил хийгч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more time, I'd volunteer.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/doʊˈneɪt/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хандив өгөх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rich, I'd donate to charity.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/ˈpɒvərti/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ядуурал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governments acted, they'd reduce poverty.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/ɪnˈvaɪrənmənt/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орчин / байгаль орчин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we cared more, we'd protect the environment.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/ˈɒnɪstli/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шударгаар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Honestly, if I could, I would.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/ˌrɪəˈlɪstɪkli/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бодитойгоор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Realistically, what would you do?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hypothetically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/ˌhaɪpəˈθɛtɪkli/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таамгаар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Hypothetically speaking, what if...?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/səˈpoʊz/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таамаглах / бодох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Suppose you won the lottery — what then?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Opportunity /ˌɒpərˈtjuːnɪti/ — 5 syllables! · Volunteer /ˌvɒlənˈtɪər/ — stress on last syllable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— 5 үе: op-er-CHOO-ni-tee. Hypothetically — 5 үе: hy-po-THET-ik-lee. Environment — 4 үе: en-VY-run-ment.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Second Conditional — If I were rich, I would buy...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CONDITIONAL expresses UNREAL, IMAGINARY, or UNLIKELY situations in the present or future. Structure: IF + Past Simple, WOULD + base verb. 'If I were rich, I would travel the world.' (I am NOT rich — this is imaginary.) KEY: Use WERE for all persons with 'to be' (not 'was'): 'If I WERE you...' 'If she WERE here...' This is different from First Conditional (real/possible) → Second Conditional (unreal/imaginary).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CONDITIONAL нь БОДИТ БУС, ТӨСӨӨЛЛИЙН нөхцлийг илэрхийлдэг. Хэлбэр: IF + Past Simple, WOULD + үндсэн үйл үг. 'If I were rich, I would travel.' (Би баян биш — энэ бол төсөөлөл.) ЧУХАЛ: 'to be'-ийн хувьд бүх нэрт WERE хэрэглэнэ: 'If I WERE you...' 'If she WERE here...' First Conditional (бодит/боломжтой) ≠ Second Conditional (бодит бус/төсөөлөл).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rich, I'd travel.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weren't rich, I wouldn't.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you do if you were rich?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би ...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she had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she had time, she'd help.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she didn't have time, she wouldn't.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she do if she had time?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тэр ...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they could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they could fly, they'd go.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they couldn't fly, they wouldn't.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they do if they could fly?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тэд ... чадсан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donate to charity.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wouldn't waste money.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donate?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болно (төсөөлөл)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you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you, I'd study more.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you, I wouldn't worry.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you do?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чиний оронд байсан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= I would · She'd = She would · He'd = He would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Wouldn't = would not · If I were you, I'd...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= I would — хэвийн яриандаа хэрэглэ!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Wouldn't = would not. 'If I were you, I'd...' = маш нийтлэг зөвлөгөөний хэллэг.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WEREN'T busy, I WOULD help. If she DIDN'T have money, she WOULDN'T travel. I WOULDN'T worry.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IF you were rich?  IF you could live anywhere, WHERE would you live?  WOULD you help IF you could?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+ Past Simple (NOT will) + WOULD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WERE (not was) with all subjects: 'If I were...'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'If I were you, I'd...' = giving advice politely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1st: real possible · 2nd: unreal/imaginary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would be rich, I would travel.  ✅ If I WERE rich, I would travel.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was you, I'd...  ✅ If I WERE you, I'd... (were, not was!)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would travel if I will save.  ✅ I would travel if I SAVED. (past simple!)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were rich, I will travel.  ✅ If I were rich, I WOULD travel.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rich, I'd donate to charity.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she _____ more time, she'd volunteer.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_____ travel everywhere if I could fly.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they _____ harder, they'd improve. (practised)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If I _____ you, I'd study more.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What _____ you do if you won the lottery?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help if she weren't so busy.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If I could live anywhere, I _____ live in Seoul.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1-were · 2-would · 3-were · 4-would · 5-had · 6-practised · 7-would · 8-would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· ӨДӨР 48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5A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Bat's teacher asks the class a fun question: 'What would you do if you were a millionaire?'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millionaire,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build the best English school in Mongolia — free for everyone!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also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donate to environmental charities." Sarnai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much money,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open an art gallery for young Mongolian artists.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travel freely,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visit every country in Asia!" Their teacher smiles: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students thought like you two, the world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a much better place!"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rich, I would donate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би баян байсан бол хандив өгнө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were +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you, I'd study more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чиний оронд байсан бол илүү сурна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with 2nd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help if I had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 байсан бол тусална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+ if clause (reversed)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you do if you could fly?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нисч чадвал юу хийх вэ?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imaginary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she had money, she'd travel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Мөнгөтэй байсан бол аялна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+ past simple + would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Suppose you won the lottery...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Таамаглаад харъя — хэрэв сугалаа хожвол...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hypothetical situation opener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would you do if you were the president of Mongolia?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If you could speak any language fluently, which would you choose?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would you buy if you had 1 million dollars?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If you could live anywhere in the world, where would you live?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would you do if you didn't have to go to school?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If I were you, what advice would you give me about learning English?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would you do if you were very rich?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were rich, I'd build a school for free English lessons!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That's very generous!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And if I could travel freely, I'd go everywhere.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If you were the school principal, what would you change?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I'd make English lessons longer and more fun!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If I were you, would you study abroad?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were you? Definitely! The experience would be amazing.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would you do if you failed an exam?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I failed, I'd study harder and try again.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Good attitude! What if you couldn't study English anymore?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If that happened, I'd be devastated. I love English!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linking words — 'If I have money, I will...' / 'If I were rich, I would...' Connect your ideas fully!  ·  Холбоос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48 · ӨДӨР 48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 the Second Conditional — imaginary situations! What would you do if you were the president of Mongolia?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 president, I would make English compulsory from primary school. And I would invest in technology!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Sarnai, if you could solve one world problem, what would it be?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could solve one problem, I would end poverty. If everyone had enough food and education, the world would be much better.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answer! Now — if you weren't studying English right now, what would you be doing?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weren't studying English, I'd probably be playing football!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weren't here, I'd be painting. But I'm glad I'm here — English is changing my life!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Bat do if he were president?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travel the world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make English compulsory and invest in 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build museums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would Bat make English compulsory?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at university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at secondary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from primary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problem would Sarnai solve?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climate change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poverty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pollution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would happen if everyone had enough?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world would be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people would travel 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nothing would change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Bat be doing if he weren't studying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reading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cooking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playing football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Sarnai be doing instead?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studying maths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painting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sleeping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Sarnai feel about learning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boring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is too hard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changing her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'If I were president' — why use 'were' not 'am'?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sounds more 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is a real situation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an imaginary/unreal situation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Conditional expresses...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real future plans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unreal or imaginary situations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habits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'if' in Second Conditional, we 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present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will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Second Conditional — were / had / would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If I _____ rich, I'd donate to charity.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_____ travel everywhere if I could fly.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If I _____ you, I'd study more.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help if she weren't busy.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they _____ harder, they'd improve. (practised)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What _____ you do if you won the lottery?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wish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даван туулах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overcome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боломж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opportunity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шийдэл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solution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хүсэх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challenge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сорилт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Second Conditional sentences about imaginary situations: 'If I were..., I would...'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3 world problems and your solutions using the Second Conditional.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Answer this: 'If you could change one thing about your life, what would it be?'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1st Conditional (real): If I save → I will travel · 2nd Conditional (unreal): If I were → I would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1-were · 2-would · 3-were · 4-would · 5-practised · 6-would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2-A · 3-B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4-a · 5-c
6-b · 7-c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48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асуудал/шийдлийн үг · 20 problem/solution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Second Conditional — If + Past Simple + would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Зочин асуудал уншсан · Read about problems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Second Conditional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49: Week 7 Review — Conditionals &amp; Advice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2026-04-05T09:41:26Z</dcterms:created>
  <dcterms:modified xsi:type="dcterms:W3CDTF">2026-04-05T09:41:26Z</dcterms:modified>
</cp:coreProperties>
</file>