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52 · ӨДӨР 52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Careers  ·  Боловсрол &amp; Карьер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Future Simple — will / won't for predictions and decisions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болно / хийнэ (ирээдүй)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study at university.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/woʊnt/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болохгүй / хийхгүй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give up on my dreams.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/prɪˈdɪkt/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predict English will help me a lot.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/ˈprɒbəbli/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магадгүй / болов уу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probably get a good job.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/ˈdɛfɪnɪtli/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/ лавтай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will definitely pass the exam.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perhaps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/pərˈhæps/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Perhaps I will study abroad.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/dɪˈɡriː/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дипломын зэрэг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get a degree in 4 years.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/ˈɡrædʒueɪt/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төгсөх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will graduate next year.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/ˌjuːnɪˈvɜːrsɪti/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их дээд сургууль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will go to university in Seoul.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/kəˈrɪər/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карьер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career will involve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/ˌɒpərˈtjuːnɪti/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will open many opportunities.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/tɛkˈnɒlədʒi/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will change every job.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/ˌɑːrtɪfɪʃəl ɪnˈtɛlɪdʒəns/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хиймэл оюун ухаан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will transform many industries.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/ˌɔːtəˈmeɪʃən/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автоматжуулалт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will replace some jobs.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 чадвар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will be your most valuable skill.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be fluent in English soon.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/ˌɪntəˈnæʃənəl/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улсын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work for an international company.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/prəˈmoʊt/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дэвшүүлэх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work hard, I'll be promoted.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/rɪˈtaɪər/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тэтгэвэрт гарах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will retire at 60.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achieve all my goals.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Won't /woʊnt/ — rhymes with 'don't' · Definitely /ˈdɛfɪnɪtli/ — 4 syllables: DEF-in-it-lee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— 'don't'-тэй адил дуутай: /woʊnt/. Probably — 3 үе: PROB-ub-lee. Definitely — 4 үе: DEF-in-it-lee.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Future Simple — will / won't for predictions and decisions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is used for: 1) PREDICTIONS about the future (what we think will happen): 'English will be even more important in 50 years.' 2) SPONTANEOUS DECISIONS made at the moment of speaking: 'I'll help you with that!' (decided right now). 3) PROMISES: 'I won't give up!' 4) OFFERS: 'I'll carry that for you.' Compare with GOING TO (already planned): 'I'm going to study engineering.' (decided before). WILL = prediction/spontaneous/promise/offer.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нь дараах тохиолдолд хэрэглэгддэг: 1) ИРЭЭДҮЙН ТААМАГЛАЛ: 'English will be more important in 50 years.' 2) ТЭР МӨЧИД ГАРСАН ШИЙДВЭР: 'I'll help you!' (одоо шийдсэн). 3) АМЛАЛТ: 'I won't give up!' 4) САНАЛ: 'I'll carry that.' Харьцуул GOING TO (урьдаас төлөвлөсөн): 'I'm going to study engineering.' (өмнө шийдсэн). WILL = таамаглал/тэр мөчийн шийдвэр/амлалт/санал.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be fluent soon.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give up.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be fluent?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болно (таамаглал)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will graduate next year.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won't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she graduate?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болно (таамаглал)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probably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probably get a job.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probably won't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probably pass?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магадгүй болно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definitely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She'll definitely succeed.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definitely won't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she definitely pass?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болно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help you! (right now)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be late!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help me?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мөчийн шийдвэр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→ I'll · She will → She'll · They will → They'll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→ won't · 'I'll definitely succeed!' · 'She won't give up!'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= I will (маш нийтлэг!). Won't = will not.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нь таамаглал, тэр мөчийн шийдвэр, амлалт, саналд хэрэглэгддэг.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WON'T give up. She WON'T fail. English WON'T become less important. Technology WON'T replace creativity.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study abroad?  WILL she graduate?  WHAT will you do after university?  WHEN will you be fluent?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= prediction: 'AI will change jobs.'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= spontaneous decision: 'I'll help you!'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= promise: 'I won't give up!'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= offer: 'I'll carry that for you.'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Going to = already planned (not will!)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will to study English.  ✅ I will STUDY English. (no 'to' after will!)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wills succeed.  ✅ She WILL succeed. (will never changes!)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will going to Korea.  ✅ I WILL go to Korea. (base verb after will!)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Will you to help me?  ✅ Will you HELP me?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be fluent in English soon.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definitely get the job.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Technology _____ change every industry.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_____ give up — I promise! (won't)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_____ graduate next year.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 you study abroad?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probably work internationally.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AI _____ replace all jobs — humans are creative! (won't)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1-will · 2-will · 3-will · 4-will · 5-will · 6-won't · 7-Will · 8-won't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52 · ӨДӨР 52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the future of work look like?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Experts predict that technology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transform almost every industry in the next 20 years. Artificial intelligence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automate many routine tasks. But humans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replaced completely — creativity, communication, and emotional intelligence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always be needed.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become even more essential as the global language of business and technology. Bat believes: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definitely work for an international company. My English skills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doors that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for others.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stop learning — ever!"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be fluent soon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удахгүй чөлөөтэй ярина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base verb = prediction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won't give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бууж өгөхгүй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= will not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probably get a good job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магадгүй сайн ажил олно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probably = uncertain prediction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She'll definitely succeed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тодорхой амжилтанд хүрнэ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definitely = certain prediction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help you! (right now)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танд туслая! (тэр мөчид)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 decision = 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will open many doors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 хэл олон хаалга нээнэ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about future importance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will you do after you finish school?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Will English be useful in your future career?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Will technology create more jobs or destroy them?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will the world look like in 50 years?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Will you probably live in Mongolia or abroad in the future?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promise can you make about your English study?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you do after you graduate?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I'll definitely work for an international company!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Will you need English for that?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Absolutely! English will be my most important skill.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think AI will replace humans at work?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Not completely. Humans will always be needed for creativity.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Will you study abroad?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Probably! I'll apply to universities in Korea and Japan.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Will it be difficult?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but I won't give up. I'll work hard every 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believe you will succeed!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And I'll help YOU succeed too!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passive voice to sound more professional! 'Phones are made in Korea.' 'English is spoken worldwide.' Practice these structures!  ·  Идэвхгүй хэлбэр хэрэглэж мэргэжлийн сонсогдуул!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52 · ӨДӨР 52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predict the future using 'will'. Bat, what will you do after school?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study computer science at university. I'll probably work in the tech industry.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English be important in your career?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Definitely! English will be essential — all the best tech jobs require it. I won't stop studying English ever.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what will you do?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go to art school. I'll probably exhibit my paintings internationally someday. Art will always be needed!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the world will look like in 50 years?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will be everywhere. But I believe humans won't lose their creativity — that will always be our greatest strength!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Bat study at university?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computer science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industry will Bat probably work in?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education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Bat stop studying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after university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probably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Sarnai do after school?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work in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study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go to art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Sarnai probably do someday?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teach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exhibit paintings internationally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work in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think art will still be needed?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not sure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yes,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be everywhere in 50 years according to Bat?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technology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English schools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believe humans won't lose?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their jobs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their creativity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their language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'I'll help you!' — this is an example of...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prediction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past habit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spontaneous decision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'Will' is used for which of these?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habits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actions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predictions and promises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will / won't / will probably / will definitely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be fluent in English soon.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Technology _____ change every industry.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_____ graduate next year.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give up — I promise! (won't)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definitely get the job.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you study abroad?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predict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дэвшүүлэх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degree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таамаглах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graduate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тэтгэвэрт гарах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promote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дипломын зэрэг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retire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төгсөх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predictions about YOUR future using will/won't/will probably/will definitely.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sentences about what the world will look like in 2050.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Make 3 promises about your English study using 'I will...' and 'I won't...'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will = prediction · will = spontaneous decision · will = promise · will = offer · won't = will not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1-will · 2-will · 3-will · 4-won't · 5-will · 6-Will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2-D · 3-E · 4-A · 5-C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2-c · 3-b · 4-c · 5-b
6-c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52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боловсрол, карьерийн үг · 20 education/career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Future Simple — will / won't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Ирээдүйн ажлын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Will/Won't хэрэглэж сурсан — таамаглал, амлалт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53: Plans vs Predictions — Will vs Going to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2026-04-06T03:59:37Z</dcterms:created>
  <dcterms:modified xsi:type="dcterms:W3CDTF">2026-04-06T03:59:37Z</dcterms:modified>
</cp:coreProperties>
</file>