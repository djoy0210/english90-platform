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33 · ӨДӨР 33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Experiences  ·  Амьдралын туршлага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Present Perfect — have/has + past participle (eaten/seen/met/done)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eaten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/ˈiːtən/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идэж байсан (eat→eaten)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you ever eaten sushi?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/siːn/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харж байсан (see→seen)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seen that movie twice.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/mɛt/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уулзаж байсан (meet→met)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met many interesting people.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/dʌn/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хийж байсан (do→done)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you done your homework?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/traɪd/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туршиж байсан (try→tried)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tried Korean food.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/wʌn/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хожиж байсан (win→won)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 won two competitions.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/ˈbroʊkən/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эвдэж байсан (break→broken)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broken my phone twice.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forgotten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/fərˈɡɒtən/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мартаж байсан (forget→forgotten)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you forgotten my name?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spoken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/ˈspoʊkən/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ярьж байсан (speak→spoken)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spoken to a foreigner.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/ˈrɪtən/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бичиж байсан (write→written)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 written a short story.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ridden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/ˈrɪdən/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унаж байсан (ride→ridden)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ridden a horse before.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/floʊn/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нисч байсан (fly→flown)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you ever flown on a plane?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climbed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/klaɪmd/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авирч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climbed a mountain.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cooked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/kʊkt/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хоол хийж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has cooked for 20 people.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/lɪvd/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амьдарч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lived here all my life.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/ˈstʌdid/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суралцаж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studied English for a month.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/tʃeɪndʒd/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өөрчлөгдөж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life has changed a lot.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/əˈtʃiːvd/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хүрч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achieved my A1 goal!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/ɪkˈspɪəriənst/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туршиж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experienced many things.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surprised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/səˈpraɪzd/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гайхаж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was surprised by the result.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Eaten /ˈiːtən/ · Broken /ˈbroʊkən/ · Forgotten /fərˈɡɒtən/ · Ridden /ˈrɪdən/ — memorize these!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participle дуудлага: eaten, seen, done, spoken, written, ridden, flown — цээжил! Present Perfect-д зайлшгүй хэрэгтэй.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Present Perfect — have/has + past participle (eaten/seen/met/done)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Perfect uses HAVE/HAS + PAST PARTICIPLE (the 3rd form of the verb). Regular past participles add -ed (studied, visited, cooked). Irregular past participles must be memorized: eat→eaten, see→seen, do→done, go→gone, write→written, speak→spoken, ride→ridden, fly→flown, break→broken, forget→forgotten, win→won. This describes experiences without saying the exact time.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Perfect нь HAVE/HAS + PAST PARTICIPLE (3-р хэлбэр) ашигладаг. Ердийн үйл үгс: -ed нэм (studied, visited). Тэгдэггүй үйл үгс: цээжлэх ёстой. eat→eaten, see→seen, do→done, go→gone, write→written, speak→spoken, ride→ridden, fly→flown, break→broken, forget→forgotten. Яг ХЭЗЭЭ болсныг заалгүй туршлагаа хэлдэг.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298094"/>
                <a:gridCol w="566379"/>
                <a:gridCol w="596189"/>
                <a:gridCol w="596189"/>
                <a:gridCol w="50676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p.participle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eaten sushi.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haven't eaten sushi.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you eaten sushi?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... хийж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p.participle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 spoken English.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hasn't spoken.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she spoken?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... хийж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has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p.participle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has won a prize.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hasn't won.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he won?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...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have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p.participle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have tried it.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haven't tried it.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we tried?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Бид ... хийж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have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p.participle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have visited.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haven't visited.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they visited?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Тэд ... хийж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 / Товчилсон хэлбэр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eaten · She's spoken · He's won · We've tried · They've visited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haven't · She hasn't · Have you? · Has she?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eaten = I have eaten. She's spoken = She has spoken.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Эдгээр товчилсон хэлбэрийг хэвийн яриандаа хэрэглэ!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Negatives &amp; Questions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 — Negative: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HAVEN'T eaten sushi. She HASN'T spoken to a foreigner. They HAVEN'T won a competition yet.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 — Question: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EVER eaten...?  HAS she spoken English before?  WHAT have you DONE today?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Past participle = 3rd verb form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Regular: visit→visited · study→studied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Irregular: see→seen · do→done · eat→eaten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 / Past / Past Participle: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eat / ate / EATEN · go / went / GONE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have ate sushi.  ✅ I have EATEN sushi.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She has saw that movie.  ✅ She has SEEN that movie.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Have you ever did that?  ✅ Have you ever DONE that?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He has went to Korea.  ✅ He has GONE to Korea.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 — Fill in the blank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have _____ sushi before. (eat)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She has _____ many people. (meet)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Have you _____ that movie? (see)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They have _____ a competition. (win)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He has _____ his homework. (do)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I have _____ a horse before. (ride)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She has _____ English for a year. (study)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Have you _____ a mountain? (climb)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1-eaten · 2-seen · 3-done · 4-studied · 5-met · 6-won · 7-ridden · 8-climbed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33 · ӨДӨР 33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 · Дор хаяж 2 удаа чангаар уншаарай!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Sarnai has had many incredible experiences.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eaten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Korean food and loved every bite! She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met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students from five different countries at a camp. She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ridden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horse across the Mongolian steppe. She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spoken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English to a real American tourist for ten whole minutes. She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won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two art competitions and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written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short story in English. She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never flown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 a plane — but she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already booked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her first flight to Seoul! Her life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changed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so much since she started English.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eaten Korean food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Солонгос хоол идэж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+ eaten (past participle)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 spoken to a foreigner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гадаадынхантай ярьж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+ spoken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you ever ridden a horse?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хэзээ нэгэн морь унаж байсан уу?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you ever + past participle?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never flown on a plane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хэзээ ч онгоцонд нисч байгаагүй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+ past participle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has done amazing things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гайхалтай зүйл хийж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+ done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life has changed a lot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Миний амьдрал их өөрчлөгдсөн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+ changed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Have you ever eaten foreign food?  /  Та хэзээ нэгэн гадаад хоол идэж байсан уу?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Have you ever ridden a horse or camel?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Have you ever spoken English to a real foreigner?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Have you ever won a competition? What was it?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What is the most exciting thing you have ever done?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Have you ever flown on a plane?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Have you ever eaten sushi?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I have eaten it twice. I love it!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Have you ever spoken English to a real foreigner?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Yes, once! I met an American tourist at Naadam.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Really? What did you say?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said 'Welcome to Mongolia!' They were so happy!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Have you ever ridden a horse?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Of course! I have ridden horses many times.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 have never ridden one. Is it scary?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At first yes, but then it feels amazing!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What's the best thing you have ever done?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Studying English every day. It has changed my life.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A2 Tip: Give longer answers! Don't just say 'yes' — add a reason. 'Yes, I have been there — it was amazing because...'  ·  A2 зөвлөгөө: Урт хариулт өг! Шалтгаан нэм.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33 · ӨДӨР 33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use 'have you ever...?' to discover experiences. Bat, ask Sarnai a question!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Sarnai, have you ever eaten food from another country?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Yes! I have eaten Korean bibimbap and Japanese ramen. Both were absolutely delicious!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Amazing! Have you ever spoken English to a real foreigner?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Yes! I once met a British tourist at the National Museum. I spoke English for ten whole minutes!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wonderful! Sarnai, ask Bat a question now.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Bat, have you ever won any competition?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Yes! I have won two football competitions with my school team. And now I am winning at English too!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Sarnai eaten foreign food?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yes, Korean and Japanese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only Korean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Sarnai spoken to a foreigner?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yes, once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many times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was the foreigner Sarnai met?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an American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 Korean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 British tourist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did they meet?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at school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at the museum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at Naadam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did Sarnai speak English?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five minutes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ten minutes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thirty minutes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Bat won competitions?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yes, two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yes, one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sport does Bat play?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basketball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volleyball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football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did Bat win with?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his family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classmates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his school team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Bat now winning at?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art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sport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'Have you ever eaten?' uses which verb form?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base verb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past simple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past participle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past participle forms (eat/see/do/win/ride/climb)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have _____ sushi before. (eat→eaten)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Have you _____ that movie? (see→seen)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She has _____ English for a year. (study→studied)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They have _____ a competition. (win→won)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 have _____ a horse. (ride→ridden)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Have you ever _____ a mountain? (climb→climbed)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eaten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уулзаж байсан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seen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хийж байсан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идэж байсан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done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хожиж байсан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won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харж байсан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5 'I have...' sentences about YOUR real life experiences using past participles.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Write the past participle of: eat, see, do, go, write, speak, ride, fly, win, break.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Play 'Have you ever?' with a friend — ask 5 questions each using past participles!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eat→eaten · see→seen · do→done · go→gone · speak→spoken · ride→ridden · fly→flown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1-eaten · 2-seen · 3-studied · 4-won · 5-ridden · 6-climbed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2-E · 3-A · 4-B · 5-D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2-b · 3-c · 4-b · 5-b
6-b · 7-c · 8-c · 9-c · 10-c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33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туршлагын үг · 20 experience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Present Perfect + past participle — full form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Туршлагын тухай уншсан · Read about experiences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Туршлагаа Present Perfect-ээр хэлж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34: How Long? For and Since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2026-04-03T10:10:53Z</dcterms:created>
  <dcterms:modified xsi:type="dcterms:W3CDTF">2026-04-03T10:10:53Z</dcterms:modified>
</cp:coreProperties>
</file>