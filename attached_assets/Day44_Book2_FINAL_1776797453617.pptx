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44 · ӨДӨР 44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Lifestyle  ·  Эрүүл амьдралын хэв маяг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Should / Shouldn't — giving advice and recommendations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/ʃʊd/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хэрэгтэй / зөвлөдөг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drink more water.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shouldn't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/ˈʃʊdənt/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хийх хэрэггүй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eat too much sugar.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/ˈɛksərsaɪz/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дасгал 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exercise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/ˈhɛlθi/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эрүүл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 healthy food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unhealthy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/ʌnˈhɛlθi/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эрүүл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food is very unhealthy.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/ˈdaɪət/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хоолны дэглэм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balanced diet is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/ˈbæləns 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тэнцвэртэй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 a balanced diet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/ˈvaɪtəmɪnz/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витамин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 contain many vitamins.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/sliːp/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унтах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sleep 8 hours a night.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стресс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let stress control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/haɪˈdreɪtɪd/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 хангалттай уусан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hydrated — drink water!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 food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/dʒʌŋk fuːd/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хогийн хоол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eat too much junk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/ˈvɛdʒtəbəlz/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хүнсний ногоо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 more vegetables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/ˈrɛɡjʊlər/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тогтмол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at regular intervals.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/ˈmɛntəl/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сэтгэцийн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 is very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/ˈfɪzɪkəl/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биеийн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activity keeps you fit.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/ˈhæbɪt/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healthy habits early in life.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/əˈvɔɪd/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зайлсхийх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avoid processed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/ˌrɛkəˈmɛnd/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Doctors recommend 8 hours of sleep.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/ˈlaɪfstaɪl/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амьдралын хэв маяг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healthy lifestyle changes everything.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Should /ʃʊd/ — rhymes with 'wood' and 'good' · Shouldn't /ˈʃʊdənt/ — 2 syllables: SHUD-nt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— 'wood'-тэй адил дуутай: shud. Shouldn't — 2 үе: SHUD-nt. Exercise — 3 үе: EK-ser-syz.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Should / Shouldn't — giving advice and recommendations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expresses ADVICE, RECOMMENDATIONS, and what is the right thing to do. It is LESS STRONG than 'must' or 'have to'. Form: subject + SHOULD + BASE VERB (no 'to'!). Negative: SHOULDN'T + base verb. Question: SHOULD + subject + base verb? Common uses: giving health advice, making recommendations, saying what is the right thing to do. Should = 'it is a good idea to...' Shouldn't = 'it is a bad idea to...'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нь ЗӨВЛӨГӨӨ, САНАЛ, зөв зүйлийг илэрхийлдэг. 'Must' болон 'have to'-оос ХҮЧИН ЧАДАЛ НЬ БАГА. Хэлбэр: субьект + SHOULD + ҮНДСЭН ҮЙЛҮГ ('to' хэрэггүй!). Үгүйсгэл: SHOULDN'T + үндсэн үйлүг. Хэрэглэх тохиолдол: эрүүл мэндийн зөвлөгөө, санал болгох, зөв зүйлийг хэлэх. Should = 'хийх нь сайн санаа' · Shouldn't = 'хийхгүй байх нь сайн санаа'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sleep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sleep less.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sleep more?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хэрэгтэй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should eat healthily.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shouldn't eat junk food.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he eat healthily?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хэрэгтэй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should exercise daily.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shouldn't be lazy.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we exercise?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хэрэгтэй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smoke.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you smoke?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хэрэггүй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see a doctor?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 ёстой юу?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not = shouldn't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shouldn't eat too much sugar.' · 'Should I exercise more?'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= should not — хэвийн яриандаа үргэлж хэрэглэ!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'Should I?' — зөвлөгөө асуухад хэрэглэдэг маш нийтлэг хэллэг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SHOULDN'T eat junk food. He SHOULDN'T stay up late. We SHOULDN'T skip breakfast.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exercise more?  SHOULD she see a doctor?  WHAT should I eat?  WHEN should we sleep?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+ base verb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= good idea / advice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shouldn't = bad idea / warning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I? = asking for advice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vs must: should = advice · must = obligation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should to exercise.  ✅ You should EXERCISE.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shouldn't to eat junk food.  ✅ You shouldn't EAT junk food.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should exercises.  ✅ He should EXERCISE. (base verb, no -s!)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Should you eat more?  ✅ SHOULD you eat more?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You _____ drink more water.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eat so much sugar. (shouldn't)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_____ sleep at least 8 hours.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I see a doctor?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You _____ eat junk food every day. (shouldn't)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We _____ exercise more regularly.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she take vitamins?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They _____ stay up so late. (shouldn't)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1-should · 2-should · 3-shouldn't · 4-Should · 5-shouldn't · 6-Should · 7-should · 8-shouldn't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44 · ӨДӨР 44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asks his doctor for advice about his health.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doctor says: "You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eat more vegetables and fruits every day.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exercise for at least 30 minutes, three times a week.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eat junk food or drink too many sugary drinks.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sleep for 8 hours every night — your body repairs itself during sleep! And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let stress control your life.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take short breaks when studying." Bat listens carefully. He thinks: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start following this advice tomorrow — and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delay any longer!"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drink more water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илүү их ус уух хэрэгтэй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+ base verb = advice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eat junk food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хогийн хоол идэх хэрэггүй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shouldn't + base verb = warning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see a doctor?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эмчид үзүүлэх ёстой юу?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+ base verb = asking advice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exercise regularly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тогтмол дасгал хийх хэрэгтэй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health advice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stay up so late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маш оройтож унтах хэрэггүй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shouldn't = bad idea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 I eat?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юу идэх ёстой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+ should + I + base verb?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should people do to stay healthy?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shouldn't you eat if you want to be healthy?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How many hours should people sleep every night?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Should students exercise during school breaks?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health advice would you give to a friend?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should you do when you feel stressed?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feel tired all the time. What should I do?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should sleep earlier and drink more water.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Should I stop eating junk food?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Definitely! You shouldn't eat it every 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should I eat instead?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should eat more vegetables and fruit.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Should I start exercising?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You should exercise at least 3 times a week.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shouldn't I do before sleeping?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shouldn't use your phone. It affects sleep!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great advice. Should I see a doctor too?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you feel bad, you definitely should!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longer, connected answers! 'I usually wake up at 7, then I wash myself, after that I eat breakfast because...'  ·  Урт, холбоотой хариулт өгч сурцгаая!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44 · ӨДӨР 44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talk about health and should/shouldn't. Bat, what should people do to be healthy?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exercise regularly, eat vegetables, and sleep 8 hours. And they shouldn't eat junk food!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advice! Sarnai, what shouldn't students do late at night?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shouldn't use their phones for too long. And they shouldn't drink coffee before bed!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What should they do instead?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read a book or stretch. That helps them sleep better.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Bat, should students exercise during school breaks?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Absolutely! They should go outside and move. Sitting all day is not healthy at all!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 people eat more of?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junk 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vegetables and fruit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sugary drinks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should people exercise?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once a week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every 2 weeks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at least 3 times a week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hours should people sleep?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6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8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10 hours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shouldn't people eat?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vegetables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junk 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fruit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shouldn't students do late at night?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read books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stretch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use phones too long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else shouldn't they do before bed?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brush teeth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drink coffee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wash face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 students do instead of phone?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watch TV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read a book or stretch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students exercise at school breaks?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go outside and move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sometimes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about sitting all 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fine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relaxing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not healthy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'Should' expresses...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obligation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advice and recommendation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should / shouldn't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You _____ drink more water. (should)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_____ sleep at least 8 hours. (should)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You _____ eat junk food every day. (shouldn't)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she take vitamins? (Should)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We _____ exercise more regularly. (should)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They _____ stay up so late. (shouldn't)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exercise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зайлсхийх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healthy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тэнцвэртэй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balanced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дасгал хийх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avoid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эрүүл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lifestyle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амьдралын хэв маяг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pieces of health advice using 'should' and 5 warnings using 'shouldn't'.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your own personal health goals using should/shouldn't.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Give 3 pieces of health advice to a friend — use should and shouldn't naturally.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should + base verb (NO 'to'!) · advice · shouldn't = bad idea · Should I? = asking advice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1-should · 2-should · 3-shouldn't · 4-Should · 5-should · 6-shouldn't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3-B · 4-A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5-c
6-b · 7-c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эрүүл мэндийн үг · 20 health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Should / Shouldn't — advice and recommendations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Эрүүл мэндийн зөвлөгөө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Зөвлөгөө өгч сурсан — should/shouldn't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45: Food &amp; Cooking — Some / Any / A lot of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2026-04-04T16:19:34Z</dcterms:created>
  <dcterms:modified xsi:type="dcterms:W3CDTF">2026-04-04T16:19:34Z</dcterms:modified>
</cp:coreProperties>
</file>