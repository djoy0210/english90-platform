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64 · ӨДӨР 64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0D5C7B"/>
          </a:solidFill>
          <a:ln w="12700">
            <a:solidFill>
              <a:srgbClr val="0D5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Been?  ·  Та хэр удаан ... хийж байна вэ?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Present Perfect Continuous for duration — How long have you been...?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0D5C7B"/>
          </a:solidFill>
          <a:ln w="12700">
            <a:solidFill>
              <a:srgbClr val="0D5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/haʊ lɒŋ/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 удаан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been learning?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since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/ˈɛvər sɪns/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үеэс хойш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loved English ever since school.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/fɔːr ˈeɪdʒɪz/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удаан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waiting for ages!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/ˌnɒn ˈstɒp/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тасралтгүй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working non-stop.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/kənˈtɪnjuəsli/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тасралтгүй / үргэлж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been studying continuously.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this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/ɔːl ðɪs taɪm/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бүх энэ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this time, she has been improving.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/ˈɡrædʒuəli/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аажуу аажуу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Gradually, my English has been getting better.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/ˈnoʊtɪs/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анзаарах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noticing real improvement.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/pəˈsɪst/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тэвчин тэсэх / үргэлжлүүлэх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persisting despite challenges.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/ˌdɛdɪˈkeɪʃən/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зориулалт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dedication has been remarkable.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/rɪˈzʌlt/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results have been showing lately.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/ˈpeɪʃəns/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showing great patience.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/ˈmɛntər/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багш / хөтлөгч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been mentoring students for years.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/ɪnˈspaɪər/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урам зориг өгөх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inspiring everyone around her.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/kəˈmɪt/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committing 2 hours daily.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/træk/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хянах / дагах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tracking my vocabulary growth.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/ˈdʒɜːrnəl/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өдрийн тэмдэглэл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keeping an English journal.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/rɪˈkɔːrd/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бичиж авах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recording my speaking.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давтан судлах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reviewing old material.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/rɪˈflɛkt/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эргэцүүлэн бодох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reflecting on my progress.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Dedication /ˌdɛdɪˈkeɪʃən/ — 4 syllables · Continuously /kənˈtɪnjuəsli/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Dedication — 4 үе: ded-ih-KAY-shun. Persistence — 3 үе: per-SIS-tense. Gradually — 3 үе: GRAD-yoo-uh-lee.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Present Perfect Continuous for duration — How long have you been...?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LONG HAVE YOU BEEN + -ING?' is the key question for Present Perfect Continuous. It asks about the DURATION of an ongoing action. 'How long have you been learning English?' 'I have been learning for 64 days / since last month.' We use this for: 1) Actions that are STILL HAPPENING: 'She has been teaching here for 10 years.' 2) Actions that JUST STOPPED with a visible result: 'Your eyes are red — have you been crying?' Key: Perfect Continuous emphasises the process and duration, not just the result.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LONG HAVE YOU BEEN + -ING?' нь Present Perfect Continuous-ийн гол асуулт. Үргэлжилж байсан үйлдлийн ХУГАЦААГ асуудаг. 'How long have you been learning English?' 'I have been learning for 64 days / since last month.' Хэрэглэх тохиолдол: 1) ОДОО Ч ГЭСЭН ҮРГЭЛЖИЛЖ БАЙГАА үйлдэл. 2) САЯХАН ДУУССАН үр дүн харагдаж байгаа үйлдэл: 'Your eyes are red — have you been crying?' Процесс, хугацааг онцолдог.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been + -ing?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I been waiting?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I been here?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 удаан (1-р бие)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she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been + -ing?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she been working?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she been here?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 удаан (3-р бие)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period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learning for 64 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been learning long.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been learning?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-ийн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+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September / since I was 6.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have you been...?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-аас хойш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stopped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You've been running — you're sweating!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been running? (you're red!)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саяхан дууссан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been...? (key question pattern)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learning FOR 64 days / SINCE last month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been working here FOR 10 years / SINCE 2014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 + -ING? = гол асуултын хэлбэр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learning FOR 64 days — FOR + хугацааны урт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here SINCE last month — SINCE + эхлэх цэг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BEEN sleeping well — that's why I'm tired. She HASN'T BEEN practising enough lately.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 studying?  HAVE you BEEN learning English long?  WHAT have you BEEN doing lately?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long have you been + -ing? = key question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= length: for 64 days, for a year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SINCE = start: since Monday, since 2020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result → might still be happening!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'You've been crying' (eyes still red) → PPC!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How long have you been study?  ✅ How long have you been STUDYING? (-ing form!)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been learn since 3 months.  ✅ I have been learning FOR 3 months. (period→for!)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has been worked here for 5 years.  ✅ She has been WORKING here for 5 years.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How long did you study?  ✅ How long HAVE YOU BEEN STUDYING? (ongoing → PPC!)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How long _____ you been studying English?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been teaching here for 10 years. (has)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have been learning _____ 64 days. (for)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How long _____ she been working here? (has)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has been living here _____ 2018. (since)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Your eyes are red. _____ you been crying?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been sleeping well lately. (haven't)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He _____ been studying non-stop all week. (has)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1-have · 2-for · 3-since · 4-haven't · 5-has · 6-has · 7-Have · 8-has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64 · ӨДӨР 64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5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meets an English teacher at a coffee shop and strikes up a conversation.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have you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teaching English?" Sarnai asks. The teacher smiles: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teaching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twenty years — ever since I graduated from university." Sarnai looks surprised: "Twenty years!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you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teaching in Mongolia all this time?" "Yes!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living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2004. I love it." Sarnai shares: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studying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64 days. My teacher says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improving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fast." The teacher replies: "I can tell — your English is excellent. How long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you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practising speaking?" "Every weekend at the museum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a month!"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been studying?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хэр удаан суралцаж байна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+ have/has + been + -ing?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learning for 64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64 хоногийн турш суралцаж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been + -ing + for + period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teaching since 2004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2004 оноос хойш зааж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been + -ing + since +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been sleeping well?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сайн унтаж байна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been + -ing + lately?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eyes are red — have you been crying?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Нүд чинь улайсан — уйлж байсан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result → PPC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keeping a vocabulary journal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үгийн тэмдэглэл хөтөлж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been + -ing = ongoing habit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How long have you been living in your current home?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How long have you been studying at your current school?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How long have you been interested in English?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have you been doing consistently for more than a year?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Someone looks tired — what question would you ask? (use PPC!)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How long has your English teacher been teaching?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long have you been learning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I've been studying for 64 days — consistently, every day!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Wow! Have you been enjoying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Though lately I've been finding grammar tricky.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Which grammar have you been struggling with?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Present Perfect Continuous! But I've been practising it a lot.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Your English is great though! How long has your teacher been teaching?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has been teaching for over 15 years. She's amazing.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You look tired today. Have you been sleeping well?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Not really! I've been staying up late to study.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long have you been doing that?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For about two weeks. I need to sleep more!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At B1 level, combine tenses naturally! 'I was sleeping WHEN my phone rang.' 'She had just arrived WHEN the storm started.' This is what makes you sound truly intermediate!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64 · ӨДӨР 64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practise 'How long have you been...?' Bat — ask me something using this structure.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 teaching English, Ms. Bold?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question! I have been teaching for fifteen years — ever since I graduated. How long have you been studying English?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been studying for 64 consecutive days. No breaks at all!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truly remarkable! Sarnai, your notebook is full of notes. How long have you been keeping a vocabulary journal?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been keeping a vocabulary journal since Day 1 of Book 1. That means for about 64 days too!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hands, Sarnai — there is paint on them. Have you been painting today?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have been painting since early this morning. I'm working on a piece about my English learning journey!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ask the teacher?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about her family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how long she has been teaching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where she studied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the teacher been teaching?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ten years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twenty years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fifteen years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has the teacher been teaching?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since she was 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since she graduated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since 2004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Bat been studying?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60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64 consecutive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64 days with breaks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has Sarnai been keeping since Day 1?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diary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grammar 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vocabulary journal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Sarnai been keeping it?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since last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about 64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notice about Sarnai's hands?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are clean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there is paint on them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is writing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has Sarnai been painting today?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since noon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since this afternoon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since early this morning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Sarnai's painting about?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Mongolia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her family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her English learning journey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'Have you been painting?' — the teacher asks because...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saw Sarnai's painting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saw paint on Sarnai's hands (visible result)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Sarnai told 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How long have/has been + -ing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How long _____ you been studying English?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have been learning _____ 64 days. (for)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has been living here _____ 2018. (since)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been sleeping well lately. (haven't)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been teaching here for 10 years. (has)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Your eyes are red — _____ you been crying?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for 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тэр үеэс хойш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ever since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тасралтгүй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non-stop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маш удаан хугацааны турш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lately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бүх энэ хугацааны турш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all this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сүүлийн үед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conversation using 'How long have you been...?' asking about 3 different activities.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questions to ask a friend using 'How long have you been...?' + answer them!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Ask 3 family members 'How long have you been...?' and report their answers.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How long have you been + -ing? · FOR + period · SINCE + starting point · visible result = PPC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1-have · 2-for · 3-since · 4-haven't · 5-has · 6-Have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2-A · 3-B · 4-E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5-c
6-c · 7-b · 8-c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64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хугацааны үг · 20 duration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PPC for duration — How long have you been...?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Цайны газрын яриа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long have you been...?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65: Regrets &amp; Wishes — Third Conditional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2026-04-08T14:16:39Z</dcterms:created>
  <dcterms:modified xsi:type="dcterms:W3CDTF">2026-04-08T14:16:39Z</dcterms:modified>
</cp:coreProperties>
</file>