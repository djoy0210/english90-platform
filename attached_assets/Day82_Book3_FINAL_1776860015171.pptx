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82 · ӨДӨР 82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Interviews  ·  Ажлын ярилцлага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Expressing possibility — It is likely that / It is probable that / There is a chance that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likely that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/ɪt ɪz ˈlaɪkli ðæt/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магадтай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likely that I will get the job.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probable that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/ɪt ɪz ˈprɒbəbəl ðæt/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болов уу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probable that she will succeed.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is a chance that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/ðɛər ɪz ə tʃɑːns ðæt/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боломж байна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is a chance that I'll be promoted.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unlikely that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/ɪt ɪz ʌnˈlaɪkli ðæt/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болохгүй байх магадтай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unlikely that he will fail.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possible that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/ɪt ɪz ˈpɒsɪbəl ðæt/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болзошгүй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possible that I could be late.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/strɛŋθ/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давуу тал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are your greatest strengths?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/ˈwiːknəs/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сул тал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I'm working to improve my weaknesses.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ambitious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/æmˈbɪʃəs/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зорилготой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ambitious and highly motivated.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/ˈmoʊtɪveɪtɪd/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сэдэлтэй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motivated by challenging goals.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/proʊˈæktɪv/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идэвхтэй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prefer to be proactive at work.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/kəˈlæbərətɪv/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хамтын ажиллагаатай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enjoy collaborative environments.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/kənˈtrɪbjuːt/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хувь нэмэр оруулах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hope to contribute to your team.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/ˈdɛdlaɪn/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хугацаа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always meet deadlines.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/ɪˈnɪʃətɪv/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санаачлага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take initiative without being asked.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/əˈdæptəbəl/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дасан зохицдог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highly adaptable to change.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/ˈrɛlɪvənt/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холбогдох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experience is highly relevant here.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/ˈkɒmpɪtənt/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чадварлаг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competent in English and IT.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/əˈspaɪər/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хүсэмжлэх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aspire to grow within your company.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/ˈdɛmənstreɪt/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can demonstrate strong leadership.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/pɔːrtˈfoʊlioʊ/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бүртгэл / цуглуулга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brought my portfolio today.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Collaborative /kəˈlæbərətɪv/ — 4 syllables · Demonstrate /ˈdɛmənstreɪt/ — 3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Ambitious — 3 үе: am-BISH-us. Proactive — 3 үе: pro-AK-tiv. Initiative — 4 үе: ih-NISH-ee-uh-tiv.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Expressing possibility — It is likely that / It is probable that / There is a chance that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EXPRESSING POSSIBILITY formally: 'IT IS LIKELY THAT + clause' (high probability, ~80%). 'IT IS PROBABLE THAT + clause' (similar to likely, formal). 'THERE IS A CHANCE THAT + clause' (moderate possibility, ~50%). 'IT IS POSSIBLE THAT + clause' (lower certainty). 'IT IS UNLIKELY THAT + clause' (low probability). These are used in formal interviews, reports, and professional discussions. Compare with informal: 'Maybe I'll get the job' → Formal: 'It is likely that I will be offered the position.'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БОЛОМЖИЙГ АЛБАН ЁСООР илэрхийлэх: 'IT IS LIKELY THAT + өгүүлбэр' (~80% магадлал). 'IT IS PROBABLE THAT + өгүүлбэр' (likely-тэй ижил, бүдүүвч). 'THERE IS A CHANCE THAT + өгүүлбэр' (~50% боломж). 'IT IS UNLIKELY THAT + өгүүлбэр' (бага магадлал). Эдгээрийг ажлын ярилцлага, тайлан, мэргэжлийн яриа хэлэлцэлд хэрэглэнэ. Харьцуул: 'Maybe I'll get it' → Албан: 'It is likely that I will be offered the position.'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likely that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 probability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likely that she will pass.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unlikely that she will fail.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likely that she will pass?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магадтай (~80%)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probable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~75% formal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probable that he'll succeed.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improbable that he'll fail.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probable that he'll succeed?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болов уу (~75%)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is a chance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 possible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is a chance I'll be promoted.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is little chance of that.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there a chance I'll get promoted?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боломж байна (~50%)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possible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~40-50%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possible that I could be late.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impossible that I'll be late.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possible that you'll be late?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болзошгүй (~40%)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unlikely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 or less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unlikely that he will fail.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unlikely that he'll succeed?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болохгүй байх магадтай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likely → It's likely · It is unlikely → It's unlikely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chance → There's a chance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all take THAT + full clause (subject + verb)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likely THAT + өгүүлбэр (subject + verb дагах!)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chance THAT she WILL pass (not 'to pass')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unlikely THAT he WILL fail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UNLIKELY THAT I will be late. There is LITTLE CHANCE that he will fail. It is IMPROBABLE that she won't succeed.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likely THAT you will get the job? IS there a chance THAT you will be promoted? Is it PROBABLE THAT she will succeed?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is likely that = high probability (~80%)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is probable that = similar, more formal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There is a chance that = 50/50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is possible that = maybe (~40%)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is unlikely that = probably won't happen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take: THAT + full clause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It is likely to get the job.  ✅ It is likely THAT I will get the job. (that + clause!)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There is a chance to be promoted.  ✅ There is a chance THAT I will be promoted.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It is likely that she pass.  ✅ It is likely that she WILL PASS. (full verb in clause!)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It is probable I get it.  ✅ It is probable THAT I will get it. ('that' is needed!)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_____ likely that I will get the job. (It 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_____ a chance that the interview goes well. (There 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It is _____ that she will be promoted. (probable)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It is _____ that I will be late — I'm on time! (unlikely)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It is _____ that he will succeed. (likely)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_____ possible that we could meet next week. (It 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There is a _____ that I could be hired. (chance)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It is _____ that English will help my career. (likely)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1-It is · 2-probable · 3-likely · 4-chance · 5-There is · 6-unlikely · 7-It is · 8-likely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82 · ӨДӨР 82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4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has a job interview tomorrow and is preparing.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thinks: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likely that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they will ask about my strengths and weaknesses.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probable that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will need to demonstrate my English skills.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a chance that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they will ask where I see myself in five years." He practises his answers: "I am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ambitious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challenging goals. I am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adaptable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always meet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deadlines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likely that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will contribute significantly to your team." His teacher says: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highly probable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you will impress them — you have prepared brilliantly!"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likely that I will get the job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Ажилд авах магадлалтай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likely that + clause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probable that she will succeed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амжилтанд хүрэх болов уу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probable that + clause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is a chance I'll be promoted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Дэвшүүлж болзошгүй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is a chance that + clause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unlikely that he will fail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амжилтгүй болох магадлал бага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unlikely that + clause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possible that I could be late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Хоцрох боломжтой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possible that + clause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ambitious and highly motivated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зорилготой, өндөр сэдэлтэй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 vocabulary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What are your greatest strengths? (interview question!)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What is a weakness you are currently working to improve?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Use 'It is likely that' to describe your future career.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Use 'There is a chance that' about something uncertain in your life.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Why do you want to work for this company? (role-play!)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Where do you see yourself in five years? (use 'It is probable that...')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Tell me about yourself.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am ambitious, adaptable, and motivated. I have been studying English for 82 days!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are your strengths?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take initiative and always meet deadlines. I am also highly collaborative.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about weaknesses?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am sometimes a perfectionist. However, I am working to improve this.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Where do you see yourself in 5 years?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 is likely that I will be managing projects internationally.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Is it probable that English will be important in your career?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 is certain! There is no doubt that English will open every door.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you have any questions for us?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Could you tell me what the main challenges of this role are?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'It is likely that...' and 'There is a chance that...' sound far more sophisticated than 'Maybe...' In formal interviews, use these structures to express uncertainty professionally and confidently!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82 · ӨДӨР 82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formal possibility expressions for job interviews! Bat, transform: 'Maybe I'll get the job.'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likely that I will get the job! Or — there is a good chance that I will be offered the position.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Sarnai — 'Perhaps she won't fail.'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unlikely that she will fail! Or — it is improbable that she won't succeed.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Perfect! Now give me a strength you would mention in an interview.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highly adaptable and motivated. I always meet deadlines and it is likely that I will contribute significantly to any team I join.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fantastic interview answer! Professional, confident, and uses formal possibility language perfectly. You are interview-ready!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Bat transform 'Maybe I'll get the job'?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is possible maybe I get the job.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It is likely that I will get the job.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There is perhaps a chance.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Sarnai transform 'Perhaps she won't fail'?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is unlikely that she will succeed.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There is no chance she fails.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 is unlikely that she will fail.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strength does Bat mention?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creativity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highly adaptable and motivated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punctuality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say he always does?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arrives early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meets deadlines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helps colleagues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say is likely?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he will get promoted immediately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he will contribute significantly to any 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he will need more training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teacher says Bat's answer uses formal possibility language...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incorrectly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too much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perfectly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Bat is?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almost ready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interview-ready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needs more practice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'It is likely that' expresses approximately...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40% probability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80% probability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50% probability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'There is a chance that' expresses approximately...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80% probability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10% probability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50% probability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These expressions are used in...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casual conversation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formal contexts: interviews, reports, professional discussions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only academic writing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It is likely / probable / unlikely / possible / There is a chance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_____ likely that I will get the job. (It is)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It is _____ that she will be promoted. (probable)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_____ a chance that I could be hired. (There is)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It is _____ that I will be late — I'm always early! (unlikely)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_____ possible that we could meet next week. (It is)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It is _____ that English will help my career. (likely)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It is likely that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болзошгүй (~40%)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It is probable that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болохгүй байх магадтай (~20%)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There is a chance that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магадтай (~80%)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It is possible that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боломж байна (~50%)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It is unlikely that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болов уу (~75%)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formal possibility sentences about your future career using today's structures.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Prepare answers to 5 common interview questions using formal possibility language.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Role-play a job interview with a partner — use It is likely/probable/unlikely at least 3 times.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It is likely that (~80%) · It is probable that (~75%) · There is a chance that (~50%) · It is unlikely that (~20%)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1-It is · 2-probable · 3-There is · 4-unlikely · 5-It is · 6-likely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2-E · 3-D · 4-A · 5-B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3-b · 4-b · 5-b
6-c · 7-b · 8-b · 9-c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82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ярилцлагын үг · 20 interview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Expressing possibility — It is likely/probable/possible/unlikely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Ярилцлагын бэлтгэлийн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Interview role-play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Боломжийг албан ёсоор илэрхийлж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83: University &amp; Academic Life — Academic vocabulary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2026-04-11T02:56:26Z</dcterms:created>
  <dcterms:modified xsi:type="dcterms:W3CDTF">2026-04-11T02:56:26Z</dcterms:modified>
</cp:coreProperties>
</file>