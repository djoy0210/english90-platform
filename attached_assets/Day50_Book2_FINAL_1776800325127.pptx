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50 · ӨДӨР 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Applications  ·  Ажлын анкет &amp; Ярилцлага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Must / Mustn't / Have to — obligation and prohibition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/ˌæplɪˈkeɪʃən/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өргөдөл / анкет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submitted my job application.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/ résumé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/ˌsiː ˈviː/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/ˈrɛzjʊmeɪ/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updated my CV last week.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/ˈɪntərvjuː/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ярилцлага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interview is at 9 AM tomorrow.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/ɪmˈplɔɪər/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ажил олгогч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employer was very friendly.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/ˌɛmplɔɪˈiː/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ажилтан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employee must wear a badge.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/ˈsæləri/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цалин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salary is 1.5 million tugrik.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/ɪkˈspɪəriəns/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туршлага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 have 2 years experience.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/ˌkwɒlɪfɪˈkeɪʃən/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мэргэжлийн зэрэг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degree is a required qualification.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punctual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/ˈpʌŋktʃuəl/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цагтаа ирдэг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 be punctual for interviews.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/prəˈfɛʃənəl/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мэргэжлийн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be professional at work.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/ˈdɛdlaɪn/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хугацаа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 meet all deadlines.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teamwork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/ˈtiːmwɜːrk/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багийн ажил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teamwork is essential.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/kəˈmjuːnɪkeɪt/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харилцах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 communicate clearly.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/rɪˈlaɪəbəl/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найдвартай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 must be reliable.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dress code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/drɛs koʊd/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хувцасны дүрэм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 follow the dress code.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/ˈrɛfrəns/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лавлагаа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 provide two references.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/ˈkɒntrækt/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гэрээ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 sign the contract.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/prəˈbeɪʃən/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сорилтын хугацаа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probation period is 3 months.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/prəˈmoʊt/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дэвшүүлэх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you work hard, you'll be promoted.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resign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/rɪˈzaɪn/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огцрох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 give one month notice to resign.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Application /ˌæplɪˈkeɪʃən/ — 5 syllables · Qualification /ˌkwɒlɪfɪˈkeɪʃən/ — 5 syllables!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— 5 үе: ap-pli-KAY-shun. Interview — 3 үе: IN-ter-vyoo. Qualification — 5 үе: kwol-ih-fih-KAY-shun.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Must / Mustn't / Have to — obligation and prohibition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expresses STRONG OBLIGATION or NECESSITY (often from the speaker or a rule): 'You must arrive on time.' MUSTN'T expresses PROHIBITION (something is not allowed): 'You mustn't be late.' HAVE TO also expresses obligation but comes from EXTERNAL rules or circumstances: 'I have to wear a uniform.' (company rule). DON'T HAVE TO means NOT NECESSARY (but you can if you want): 'You don't have to work weekends.' Key: MUSTN'T = prohibited (don't do it!) ≠ DON'T HAVE TO = not necessary (you can choose).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нь ХҮЧТЭЙ ҮҮРЭГ эсвэл ЗАЙЛШГҮЙ байдлыг илэрхийлдэг (ихэвчлэн яригчаас эсвэл дүрмээс): 'You must arrive on time.' MUSTN'T нь ХОРИГЛОЛТЫГ илэрхийлдэг: 'You mustn't be late.' HAVE TO мөн үүргийг илэрхийлэх боловч ГАДНААС ирдэг: 'I have to wear a uniform.' (компанийн дүрэм). DON'T HAVE TO = ХИЙХ ШААРДЛАГАГҮЙ (хийж болно). ЧУХАЛ: MUSTN'T = ХОРИГЛОГДСОН (хийж болохгүй!) ≠ DON'T HAVE TO = шаардлагагүй.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obligation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 be on time.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mustn't be late.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I bring ID?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зайлшгүй хийх ёстой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mustn't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prohibition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mustn't use your phone.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Mustn't I use it?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хориглогдсон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rule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to wear a uniform.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don't have to work Sundays.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I have to wear uniform?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дүрмийн дагуу хийх ёстой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 have 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necessary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don't have to wear a tie.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I have to wear a tie?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хийх шаардлагагүй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obligation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had to work late yesterday.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didn't have to work Sundays.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you have to work late?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хийх ёстой байсан (өнгөрсөн)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+ not = mustn't · have to → has to (he/she/it)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have to ≠ mustn't! (very different meanings!)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mustn't = must not — хориглогдсон!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have to = хийх шаардлагагүй — эдгээр хоёрыг ХОЛЬЖ БОЛОХГҮЙ!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MUSTN'T use your phone during the interview. You DON'T HAVE TO wear a tie (but you can).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 bring a CV?  DO I HAVE TO wear a uniform?  WHAT must I do?  DO I have TO arrive early?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 = strong necessity (I think it's important)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have to = external obligation (rule says so)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mustn't = NOT ALLOWED (prohibited!)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have to = not necessary (optional)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mustn't ≠ don't have to — very different!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You mustn't to arrive late.  ✅ You mustn't ARRIVE late. (no 'to'!)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must to wear a uniform.  ✅ I must WEAR a uniform.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You don't have to smoke = it's not necessary  ✅ You MUSTN'T smoke = it's PROHIBITED!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have to work.  ✅ She HAS TO work. (3rd person → has to)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You _____ arrive on time for the interview. (must)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Employees _____ use phones during meetings. (mustn't)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She _____ wear a uniform — it's the company rule. (has to)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You _____ work weekends — it's optional. (don't have to)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You _____ share confidential information. (mustn't)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I _____ bring two references to the interview. (must)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He _____ work overtime — it's not required. (doesn't have to)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_____ I wear a tie to the interview? (Do I have to)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1-must · 2-has to · 3-mustn't · 4-doesn't have to · 5-mustn't · 6-don't have to · 7-must · 8-Do I have to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50 · ӨДӨР 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has a job interview tomorrow!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 teacher gives him advice: "You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arrive at least 10 minutes early. You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mustn't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use your phone during the interview. You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dress professionally and make eye contact. You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to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bring your CV and two references — they are required. You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have to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memorize everything, but you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know your CV well. Most importantly, you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mustn't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lie — employers always check references!" Bat listens carefully and says: "If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all this advice,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definitely get the job!"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 arrive on 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цагтаа ирэх ёстой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= strong obligation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mustn't use your phone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утас ашиглаж болохгүй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mustn't = prohibited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to bring my CV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CV-аа авчирч ёстой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to = external 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don't have to wear a tie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зангиа зүүх шаардлагагүй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 have to = optional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to work on Saturdays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Бямба гарагт ажиллах ёстой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to = 3rd person 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I bring references?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лавлагаа авчрах ёстой юу?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asking about obligation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What must you do to prepare for a job interview?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What mustn't you do during a job interview?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What do you have to do at school every day?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What don't you have to do at school? (is it optional?)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If you had a job, what would you have to do?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What must a good employee do to get promoted?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 have a job interview tomorrow. Any advice?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You must arrive early and dress professionally!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mustn't I do?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You mustn't use your phone or interrupt the interviewer.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Do I have to bring my university certificates?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Yes, you have to bring them — they are required.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Do I have to wear a suit?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You don't have to, but you must look professional.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questions must I be ready for?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'Tell me about yourself' and 'What are your strengths?'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if I get nervous?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If you prepare well, you will feel much more confident!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Use linking words — 'If I have money, I will...' / 'If I were rich, I would...' Connect your ideas fully!  ·  Холбоос үгс хэрэглэж дэлгэрэнгүй хариулт өг!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50 · ӨДӨР 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learn must, mustn't, and have to for job interviews. Bat, what must you do before an interview?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research the company. You must prepare your answers. And you must arrive early!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Perfect! What mustn't you do?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mustn't be late. You mustn't use your phone. And you mustn't lie on your CV!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Sarnai, do employees always have to wear uniforms?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on the company. In some companies you have to. In others you don't have to — but you still must look professional.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well said! Remember — mustn't means prohibited, don't have to means not necessary. Very different!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Mustn't = prohibited! Don't have to = optional. We understand!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you do before an interview?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buy new clothes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research company, prepare, arrive early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nothing special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mustn't you do?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ask questions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be late, use phone, lie on CV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wear formal clothes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you lie on your CV?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yes, a little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mustn't — employers check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it depends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all employees have to wear uniforms?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yes, always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no, never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it depends on the company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you don't have to wear a uniform, what must you still do?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wear jeans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look professional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nothing special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difference between mustn't and don't have to?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they are the same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mustn't=prohibited · don't have to=optional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mustn't is more polite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students understand the difference at the end?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still confused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yes, clearly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 mentioned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'Has to' is used for...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 speaker's opinion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external rules (3rd person)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prohibition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'You don't have to wear a tie' means...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you are not allowed to wear a tie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wearing a tie is prohibited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wearing a tie is optional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'must' and 'mustn't' we use...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to +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-ing 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base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must / mustn't / have to / don't have to / has to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You _____ arrive on time for the interview. (must)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She _____ wear a uniform — company rule. (has to)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You _____ use your phone in the interview. (mustn't)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He _____ work overtime — it's optional. (doesn't have to)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 _____ bring my CV — it's required. (must)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We _____ wear ties — it's not required. (don't have to)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must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хийх шаардлагагүй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mustn't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гаднаас ирдэг үүрэг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have 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хориглогдсон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don't have 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хүчтэй үүрэг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had 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хийх ёстой байсан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rules for a job interview using must/mustn't/have to/don't have to.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5 qualities you must have and 5 things you mustn't do at work.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Role-play a job interview with a friend — use must/mustn't/have to naturally.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must = strong necessity · mustn't = PROHIBITED · have to = external rule · don't have to = optional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1-must · 2-has to · 3-mustn't · 4-doesn't have to · 5-must · 6-don't have to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 · 2-C · 3-B · 4-A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2-b · 3-b · 4-c · 5-b
6-b · 7-b · 8-b · 9-c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50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ажлын ярилцлагын үг · 20 job interview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Must / Mustn't / Have to / Don't have to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Ярилцлагын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Must ба Mustn't-ийн ялгааг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51: At the Office — Need to / Don't need to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2026-04-05T09:41:26Z</dcterms:created>
  <dcterms:modified xsi:type="dcterms:W3CDTF">2026-04-05T09:41:26Z</dcterms:modified>
</cp:coreProperties>
</file>