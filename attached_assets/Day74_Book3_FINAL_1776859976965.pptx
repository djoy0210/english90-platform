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74 · ӨДӨР 74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Review  ·  11-р долоо хоногийн давталт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Advanced modals + discourse markers + wish — complete Week 11 review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11 review — let's consolidate!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/ˈrɛdʒɪstər/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хэлний түвшин /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 right register for each situation.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/koʊˈhɪərəns/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уялдаа холбоо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writing needs coherence and markers.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/ˈnjuːɑːns/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ялгаа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nuance makes you sound sophisticated.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/ˌspɛkjʊˈleɪʃən/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Modals allow polite speculation.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/kənˈsɛʃən/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буулт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'Although' and 'despite' show concession.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/ˈkɒnsɪkwəns/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'Therefore' introduces consequences.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/trænˈzɪʃən/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шилжилт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Discourse markers provide transitions.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/lɪŋk/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холбоос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These words link ideas together.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/floʊ/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урсгал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Discourse markers improve writing flow.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эсэргүүцэл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'However' shows contrast.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/ˈlɒŋɪŋ/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хүсэл эрмэлзэл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'Wish' expresses longing.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/ˌprɒbəˈbɪlɪti/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Modals express different probabilities.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/ˈsɜːrtənti/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итгэлтэй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= near certainty.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sophisticated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/səˈfɪstɪkeɪtɪd/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/ дэвшилтэт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English is becoming sophisticated.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/ˈpɒlɪʃ/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цэгцлэх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 polished your B1 skills.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/dɪˈstɪŋɡwɪʃ/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ялгах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distinguish formal from informal?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/ˈɪntɪɡreɪt/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all skills in your writing.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/ˈmɑːstərfəl/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чадварлаг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becoming a masterful speaker.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/ˈmaɪlstoʊn/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үе шат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11 is a major milestone!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Coherence /koʊˈhɪərəns/ — 3 syllables · Sophisticated /səˈfɪstɪkeɪtɪd/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— 2 үе: NYOO-ahns. Coherence — 3 үе: koh-HEER-ents. Speculation — 4 үе: spek-yoo-LAY-shun.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Advanced modals + discourse markers + wish — complete Week 11 review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FULL REVIEW: 1) Formal writing: Dear Sir/Madam · I am writing to · I would like · Could you please · Yours sincerely/faithfully · No contractions. 2) Discourse markers: However/Nevertheless (new sentence), Although/Even though (within sentence), Despite/In spite of (+ noun/-ing), Therefore/Consequently (result). 3) Modals of certainty: must be (95%) / might be (50%) / can't be (0%) + past: must have / might have / can't have + p.p. 4) Wish + past simple: were/could/had/would.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11-Р ДОЛОО ХОНОГИЙН БҮРЭН ДАВТАЛТ: 1) Албан бичиг: Dear Sir/Madam · I am writing to · I would like · Yours sincerely/faithfully · Товчилсон хэлбэр хэрэглэдэггүй. 2) Discourse markers: However/Nevertheless (шинэ өгүүлбэр), Although (өгүүлбэрийн дотор), Despite/In spite of (нэр/ing), Therefore (үр дүн). 3) Modal itgel: must be / might be / can't be · must have / might have / can't have. 4) Wish + past simple.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 enquire...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please...?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албан ёсны бичиг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contrast/result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 · Although · Despite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санааг холбох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certain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 tired.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can't be serious.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she be...?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таамаглалын modal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have worked hard.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can't have forgotten.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she have...?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unreal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were taller.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couldn't...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wish...?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хүсэл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toolkit: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English: no contractions, I would like, enquire, regarding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Discourse: however/although/despite/therefore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Modals: must/might/can't + be OR have + p.p.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Wish: were/could/had/would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11-р долоо хоногийн гол хэлбэрүүд: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Албан: товчилсон хэлбэр үгүй · Discourse markers: уялдаа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deduction: must/might/can't · Wish: were/could/had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Formal: I DO NOT hesitate. · Despite NOT having. · I wish she WOULDN'T. · She CAN'T HAVE known. · She HAS NOT arrived yet.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PLEASE...? · MIGHT she be...? · DESPITE what? · ALTHOUGH what? · DO you WISH you COULD...?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Formal: I would like (not I want!)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Despite + NOUN/ING (not clause!)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However = new sentence · Although = within sentence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be = certain · might be = possible · can't be = impossible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wish + were (not was!) always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wish I was fluent.  ✅ I wish I WERE fluent. (were after wish!)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Despite she was nervous, she spoke.  ✅ Despite BEING nervous, she spoke.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must to be tired.  ✅ She must BE tired. (must + base verb!)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I'm writing to enquire...  ✅ I AM writing... (no contractions in formal!)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Sir/Madam, I _____ writing to apply. (Dear / am)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be sick — she never misses class. (must)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_____ it was difficult, I kept going. (Although)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wish I _____ more time to study.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_____ the challenges, she succeeded. (Despite)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She _____ have known — she was abroad. (can't)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It rained. _____, we had fun. (Nevertheless)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wish she _____ stop interrupting!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1-Dear/am · 2-Although · 3-Despite · 4-Nevertheless · 5-must · 6-had · 7-can't · 8-would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74 · ӨДӨР 74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writes a letter to his future self.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"Dear Future Bat,
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writing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tell you about Week 11.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was challenging, I completed every lesson.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Despite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feeling tired at times,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found the motivation somewhere deep inside.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Furthermore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now know how to write formally, use discourse markers, and make deductions.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already at B2 level! If only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see how far I will go.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Nevertheless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am proud.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 sincerely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Present Bat."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Sir/Madam, I am writing to...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Эрхэм ноён/хатагтай, Би ... зорилгоор бичиж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opening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 was difficult, I succeeded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Хэцүү байсан ч би амжилтанд хүрсэн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= contrast within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 the challenges, she kept going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Бэрхшээлийг үл харгалзан тэр үргэлжлүүлсэн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despite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have worked very hard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маш хичээнгүйлэн ажилласан байх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were already 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 чөлөөтэй байсан бол гэж хүсч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were (not was!)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Nevertheless, I am proud of my progress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би ахицдаа бахарч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nevertheless = strong contrast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Write the opening of a formal email applying for an English course.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Connect these two ideas with a discourse marker: 'English is hard. I love learning it.'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Make a deduction: 'Your friend hasn't eaten all day. What must/might be true?'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Express a present wish about your English level right now.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Which skill from Week 11 do you find most useful in real life?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Write a sentence using 'despite', 'however', 'must be', and 'I wish' all in one short paragraph!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Can you write a formal opening sentence?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'Dear Sir/Madam, I am writing to enquire about the position.' Done!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Now add a discourse marker.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'Furthermore, I have been studying English for 74 days.'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a modal deduction?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'The interviewer must be impressed by my dedication!'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And a wish?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'I wish I were already working in an international company!'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One more — 'despite'?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'Despite being nervous, I am confident in my abilities.'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all four Week 11 skills in one paragraph!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Week 11 complete! If only I could do Week 12 already!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This week you learned how to SOUND like a B1 speaker! Formal writing, discourse markers, modal deductions, and wish structures — these are what separate intermediate speakers from beginners. Be proud!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74 · ӨДӨР 74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review! Bat, give me a formal sentence.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Ms. Bold, I am writing to express my gratitude for your excellent teaching this week.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Sarnai, use a discourse marker.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Week 11 was challenging, I feel much more confident in my English. Furthermore, I can now write formally and use modal deductions!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Bat, a modal deduction please.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must have spent a long time preparing these lessons. She can't have done it without great dedication!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Sarnai — a wish?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I were already at C1 level! But nevertheless, I am incredibly proud of reaching this point in my journey!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formal sentence does Bat give?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Hi teacher, thanks for teaching!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Dear Ms. Bold, I am writing to express gratitude.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would like to thank you!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two skills does Sarnai mention she now has?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reading and writing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formal writing and modal deductions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listening and speaking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discourse marker does Sarnai use first?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However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Nevertheless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Although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deduce about the teacher?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must have worked hard preparing lessons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might be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can't have taught before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use 'must have' or 'can't have' for both deductions?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both must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must have + can't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both can't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wish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 be at B2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 be at 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to finish Book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word does Sarnai use to show contrast with the wish?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therefore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although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nevertheless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Sarnai proud of?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finishing the course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reaching this point in her journey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getting top marks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'Yours sincerely' is used when...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you don't know the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you know the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always in formal letters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'Despite' must be followed by...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full clause with subject and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noun or -ing 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however or nevertheless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Week 11 mixed — formal/discourse/modal/wish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Dear _____ Sir/Madam, I am writing to apply. (correct — no comma after Dear!)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_____ it was difficult, I kept going. (Although)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_____ the challenges, she succeeded. (Despite)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be tired — she worked all night. (must)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wish I _____ more time to study.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_____ have known — she was abroad. (can't)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formal writing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must/might/can't + be/have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discourse markers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wish + were/could/had/would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modal deductions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I am writing to · Yours sincerely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wish structures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however/although/despite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Week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all four combined!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formal letter to an English school using at least 3 discourse markers, 2 modal deductions, and 1 wish structure.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100 words from Days 68-74 — test yourself and circle any you forgot.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about Week 11 using all four skill areas in 2 minutes.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Week 11 complete! Next: Week 12 — Indirect Questions, Gerunds vs Infinitives, Advanced Passive!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1-Dear Sir/Madam · 2-Although · 3-Despite · 4-must · 5-had · 6-can't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4-a · 5-b
6-b · 7-c · 8-b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74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11-р долоо хоногийн бүх 4 дүрэм · All 4 Week 11 structures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Батын захидлыг уншсан · Read Bat's letter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Mixed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All 4 skills used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11 ДУУСГАСАН! Week 11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75: Travel &amp; Tourism — Indirect Questions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2026-04-10T11:19:47Z</dcterms:created>
  <dcterms:modified xsi:type="dcterms:W3CDTF">2026-04-10T11:19:47Z</dcterms:modified>
</cp:coreProperties>
</file>