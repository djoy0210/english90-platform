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85 · ӨДӨР 85</a:t>
            </a:r>
            <a:endParaRPr lang="en-US" sz="850" dirty="0"/>
          </a:p>
        </p:txBody>
      </p:sp>
      <p:sp>
        <p:nvSpPr>
          <p:cNvPr id="9" name="Shape 7"/>
          <p:cNvSpPr/>
          <p:nvPr/>
        </p:nvSpPr>
        <p:spPr>
          <a:xfrm>
            <a:off x="1335024" y="347472"/>
            <a:ext cx="4498848" cy="237744"/>
          </a:xfrm>
          <a:prstGeom prst="rect">
            <a:avLst/>
          </a:prstGeom>
          <a:solidFill>
            <a:srgbClr val="3A1A5C"/>
          </a:solidFill>
          <a:ln w="12700">
            <a:solidFill>
              <a:srgbClr val="3A1A5C"/>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Politics &amp; Society  ·  Улс төр &amp; Нийгэм</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Concession clauses — although, even though, while, whereas, in spite of the fact that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3A1A5C"/>
          </a:solidFill>
          <a:ln w="12700">
            <a:solidFill>
              <a:srgbClr val="3A1A5C"/>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3A1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3A1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3A1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3A1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3A1A5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although</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/ɔːlˈðoʊ/</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хэдий ч / хэдий болов</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Although it is controversial, it works.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even though</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/ˈiːvən ðoʊ/</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хэдий ч (хүчтэй)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Even though it's difficult, I try.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while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/waɪl/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харин / хэдий 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While some agree, others don't.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whereas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/wɛərˈæz/</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харин (эсрэг талыг заах)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Rich countries prosper, whereas poor ones struggle.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in spite of the fact that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/ɪn spaɪt ɒv ðə fækt ðæt/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 гэдэг баримтыг үл харгалзан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In spite of the fact that it's expensive, people buy 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granted that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/ˈɡrɑːntɪd ðæt/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 гэж хүлээн зөвшөөрч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Granted that it has flaws, it still works.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despite the fact that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/dɪˈspaɪt ðə fækt ðæt/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 гэдэг баримтыг үл харгалзан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Despite the fact that costs rose, demand held.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policy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/ˈpɒlɪsi/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бодлого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government introduced a new policy.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democracy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/dɪˈmɒkrəsi/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ардчилал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Mongolia is a parliamentary democracy.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equality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/ɪˈkwɒlɪti/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тэгш байдал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Equality of opportunity is important.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poverty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/ˈpɒvərti/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ядуурал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Poverty remains a significant challenge.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welfare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/ˈwɛlfɛər/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нийгмийн халамж</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Welfare programmes support families.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reform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/rɪˈfɔːrm/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шинэчлэл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Economic reform has been introduced.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legislation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/ˌlɛdʒɪˈsleɪʃən/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хуулийн байгуулал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New legislation has been passed.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controversial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/ˌkɒntrəˈvɜːrʃəl/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маргаантай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policy is controversial.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diversity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/daɪˈvɜːrsɪti/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олон янз байдал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Cultural diversity enriches society.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justice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/ˈdʒʌstɪs/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шударга ёс</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Social justice is a fundamental right.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rights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/raɪts/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эрх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Human rights must be protected always.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protest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/ˈproʊtɛst/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эсэргүүцэл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Although protests occurred, order was maintained.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3A1A5C"/>
                          </a:solidFill>
                          <a:latin typeface="Calibri" pitchFamily="34" charset="0"/>
                          <a:ea typeface="Calibri" pitchFamily="34" charset="-122"/>
                          <a:cs typeface="Calibri" pitchFamily="34" charset="-120"/>
                        </a:rPr>
                        <a:t>transparent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/trænsˈpærənt/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ил тод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Governments must be transparent.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Democracy /dɪˈmɒkrəsi/ — 4 syllables · Legislation /ˌlɛdʒɪˈsleɪʃən/ — 4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Democracy — 4 үе: deh-MOK-ruh-see. Controversial — 4 үе: kon-truh-VER-shul. Legislation — 4 үе: lej-ih-SLAY-shun.</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Concession clauses — although, even though, while, whereas, in spite of the fact that</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CONCESSION CLAUSES show contrast or unexpected results despite a stated condition. WITHIN A SENTENCE: Although / Even though / While / Whereas + clause. 'Although the policy is expensive, it has improved outcomes.' 'Even though protests occurred, the law was passed.' 'While some support the change, others strongly oppose it.' + FULL CLAUSE (subject + verb). CLAUSE STARTERS: 'Despite the fact that / In spite of the fact that + clause' (more formal/emphatic). 'Granted that it has flaws, the policy is still necessary.'</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БУУЛТЫН ХЭСГҮҮД нь тогтсон нөхцлийг үл харгалзан харьцуулсан тохиолдол буюу гэнэтийн үр дүнг харуулдаг. ӨГҮҮЛБЭРИЙН ДОТОР: Although / Even though / While / Whereas + өгүүлбэр. 'Although the policy is expensive, it has improved outcomes.' 'While some support it, others oppose it.' + БҮТЭН ӨГҮҮЛБЭР (субьект + үйл үг). ХЭЛБЭР: 'Despite the fact that / In spite of the fact that + өгүүлбэр' (бүдүүвч/хүчтэй). 'Granted that it has flaws, the policy is still necessary.'</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Although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mild concession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Although it is costly, it works.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хэдий болов (зөөлөн)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Even though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strong concession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Even though it was hard, I succeeded.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хэдий ч (хүчтэй)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While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contrast/concession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While some agree, others don't.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харин / хэдий 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Whereas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direct contrast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Rich prosper, whereas poor struggle.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харин (шууд эсрэг)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Despite the fact that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formal concession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Despite the fact that it costs more, demand is high.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бүдүүвч буулт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Although / Even though / While + FULL CLAUSE (subject + verb!)</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Despite the fact that + FULL CLAUSE (NOT despite + noun!)</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Whereas = shows direct contrast between two situations</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Although / Even though / While + БҮТЭН ӨГҮҮЛБЭР (subject + verb!)</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Despite the fact that + БҮТЭН ӨГҮҮЛБЭР (noun биш!)</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Whereas = хоёр нөхцлийн шууд эсрэг байдал</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Although it does NOT work perfectly, it is still useful. Even though she did NOT agree, she voted for it. Despite the fact that costs have NOT fallen, demand remains high.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ALTHOUGH it has flaws, IS it still worth doing? EVEN THOUGH it is controversial, SHOULD it be implemented? WHEREAS some benefit, HOW do we help those who don't?</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Although / Even though + FULL clause (subject+verb)</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While = contrast (two different groups/things)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Whereas = direct opposite contrast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Despite the fact that + FULL clause (not noun!)</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Concession = you acknowledge the counter-argument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It shows balanced, sophisticated thinking!</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Although the policy, it works.  ✅ Although THE POLICY IS EXPENSIVE, it works. (need full clause!)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Even though expensive, people buy it.  ✅ Even though IT IS expensive, people buy it.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Despite the fact poverty, they succeed.  ✅ Despite the fact THAT poverty exists, they succeed.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Whereas he is tired, she is energetic.  ✅ Whereas he is EXHAUSTED, she is full of energy. (stronger contrast)</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_____ it is controversial, the policy works. (Although)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_____ some oppose it, many support it. (While)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_____ protests occurred, the law was passed. (Even though)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Rich countries prosper, _____ poor ones struggle. (whereas)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_____ it is expensive, people buy it. (Despite the fact that)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_____ it has flaws, it is still necessary. (Granted that)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_____ the rich benefit, the poor are left behind. (While)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_____ he is shy, he speaks confidently. (Although)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1-Although · 2-Even though · 3-Despite the fact that · 4-While · 5-While · 6-whereas · 7-Granted that · 8-Although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85 · ӨДӨР 85</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3A1A5C"/>
                </a:solidFill>
                <a:latin typeface="Georgia" pitchFamily="34" charset="0"/>
                <a:ea typeface="Georgia" pitchFamily="34" charset="-122"/>
                <a:cs typeface="Georgia" pitchFamily="34" charset="-120"/>
              </a:rPr>
              <a:t>Bat and Sarnai debate a controversial government policy.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Bat argues: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Although</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 new education policy has been criticised, it has already improved exam results.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Even though</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 implementation was challenging, the long-term benefits are clear.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While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some teachers are struggling to adapt, others are thriving under the new system." Sarnai responds: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Whereas</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urban students have benefited, rural students have been left behind.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Despite the fact that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 government promised equal access, the reality is quite different.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Granted that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 policy has merits, serious reforms are still needed." Their teacher concludes: "Both arguments show sophisticated balanced thinking — exactly what B1 requires!"</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Although the policy is costly, it has worked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Хэдий үнэтэй боловч бодлого үр дүн өгсөн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although + full clause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Even though protests occurred, the law passed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Эсэргүүцэл гарсан ч хууль батлагдсан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even though = stronger concession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While some agree, others strongly oppose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Зарим нь зөвшөөрч байхад нөгөөд нь эсэргүүцдэг</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while = contrast between groups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Rich prosper, whereas poor struggle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Баячууд цэцэглэхэд ядуучууд тэмцэж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whereas = direct opposite contrast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Despite the fact that it is expensive, demand is high</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Үнэтэй байсан ч эрэлт өндөр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despite the fact that + full clause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Granted that it has flaws, it is still necessary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Дутагдалтай ч хэрэгтэй гэдгийг хүлээн зөвшөөрье</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granted that = acknowledging counter-argument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Use 'although' to talk about a government policy you have mixed feelings about.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Use 'even though' to describe something you did despite difficulty.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Use 'whereas' to contrast two different groups of people in society.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Use 'despite the fact that' to discuss an issue in Mongolia.</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Use 'while' to show both sides of a political debate.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Give a balanced argument about social media: start with 'Although...' then add 'However...'</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What do you think about the new education policy?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Although it has faced criticism, the results have been improving.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But rural students aren't benefiting equally.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Whereas urban students thrive, rural students lack resources. That's true.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Even though the government promised equal access...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...the reality is different. Despite the fact that funds were allocated, distribution has been unequal.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So should the policy be scrapped?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Granted that it has serious flaws, scrapping it would waste progress already made.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While some would agree, others say reform is needed first.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Exactly. Although progress has been made, more equitable reforms are essential.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That's a very balanced argument!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Thank you! Concession clauses help me see both sides clearly.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Concession clauses show you can see BOTH SIDES of an argument — a key B1 thinking skill! 'Although the policy has merits, it also has serious flaws.' This balanced thinking is exactly what distinguishes B1 speakers from A2!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85 · ӨДӨР 85</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concession clauses in political discussion! Bat, give me an 'although' sentence about a challenge in Mongolia.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Although Mongolia has experienced significant economic growth, wealth inequality remains a serious and ongoing challenge.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Excellent! Sarnai — 'whereas' please.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Whereas Ulaanbaatar has modern infrastructure and facilities, rural areas still lack basic services like reliable internet and healthcare.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Beautiful contrast! Bat — 'despite the fact that'.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Despite the fact that Mongolia has ratified international human rights agreements, enforcement remains inconsistent in practice.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Outstanding! You are both thinking and speaking like sophisticated B1 citizens of the world. These concession clauses show genuine critical thinking!</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concession does Bat make about Mongolia's economy?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Although growth occurred, challenges remain.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Even though Mongolia is rich, people are poor.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Whereas cities grow, villages shrink.</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contrast does Sarnai make using 'whereas'?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Ulaanbaatar vs the countryside (infrastructure)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Rich vs poor people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Old vs young people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'despite the fact that' sentence does Bat give?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Despite agreements, the economy hasn't grown.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Despite the fact that agreements were signed, enforcement is inconsistent.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Despite facts, problems remain.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the teacher say about their thinking?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it is basic</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 needs improvement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genuine critical thinking — sophisticated B1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'Although' starts which clause position?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always at the end of the sentence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can start the sentence or come in the middle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only at the start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'Whereas' shows...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 same idea from different angles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direct opposite contrast between two situations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temporary situation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'Despite the fact that' must be followed by...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noun or -ing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full clause (subject + verb)</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an adjective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'Granted that' is used to...</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strongly disagree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introduce a result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acknowledge the opposing argument before countering</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Concession clauses show that a speaker can...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only see one side of an argument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see and acknowledge both sides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avoid difficult topics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shows the STRONGEST contrast?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although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even though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whereas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concession clauses — although/even though/while/whereas/despite the fact that</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_____ it is controversial, the policy works. (Although)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_____ protests occurred, the law was passed. (Even though)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_____ it is costly, people still buy it. (Despite the fact that)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_____ the rich benefit, the poor struggle. (While)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Rich prosper, _____ poor countries struggle. (whereas)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_____ it has flaws, it is still necessary. (Granted that)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although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шууд эсрэг байдал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even though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хоёр нөгөөг харьцуулах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while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хэдий болов (зөөлөн буулт)</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whereas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баримтыг хүлээн зөвшөөрч буулт</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despite the fact that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хэдий ч (хүчтэй буулт)</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a 5-sentence paragraph about a social issue using although, even though, while, whereas, despite the fact that — one each!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Choose a political topic in Mongolia and write both sides of the argument using concession clauses.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Debate this: 'Social media has done more good than harm.' Use 3 concession clauses!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Although / Even though + full clause · Whereas = direct contrast · Despite the fact that + full clause · Balanced argument = B1 thinking!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1-Although · 2-Even though · 3-Despite the fact that · 4-While · 5-whereas · 6-Granted that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2-E · 3-B · 4-A · 5-D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1-a · 2-a · 3-b · 4-c · 5-b
6-b · 7-b · 8-c · 9-b · 10-c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85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улс төрийн үг · 20 politics/society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Concession clauses — although/even though/whereas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Улс төрийн маргааны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Political debate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Буултын хэсгүүдийг хэрэглэж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86: Art &amp; Culture — Emphasis structures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2026-04-11T02:56:27Z</dcterms:created>
  <dcterms:modified xsi:type="dcterms:W3CDTF">2026-04-11T02:56:27Z</dcterms:modified>
</cp:coreProperties>
</file>