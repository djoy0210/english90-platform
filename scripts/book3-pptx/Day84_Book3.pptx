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6858000" cy="9692640"/>
  <p:notesSz cx="969264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Book 3 · Дэвшилтэт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84 · ӨДӨР 84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1A4A1A"/>
          </a:solidFill>
          <a:ln w="12700">
            <a:solidFill>
              <a:srgbClr val="1A4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Economics  ·  Бизнес &amp; Эдийн засаг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Page 1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B1 Level  ·  Book 3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64592" y="630936"/>
            <a:ext cx="6528816" cy="182880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" y="630936"/>
            <a:ext cx="6419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Learn 20 words   ✦ Grammar: Noun phrases — complex descriptions: a rapidly growing technology company   ✦ Cover &amp; test yourself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79222" y="874166"/>
            <a:ext cx="331012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59536"/>
            <a:ext cx="331012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859536"/>
            <a:ext cx="3310128" cy="256032"/>
          </a:xfrm>
          <a:prstGeom prst="rect">
            <a:avLst/>
          </a:prstGeom>
          <a:solidFill>
            <a:srgbClr val="1A4A1A"/>
          </a:solidFill>
          <a:ln w="12700">
            <a:solidFill>
              <a:srgbClr val="1A4A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" y="1115568"/>
            <a:ext cx="331012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85953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Vocabulary — 20 New Words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56032" y="1124712"/>
            <a:ext cx="3182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 3 times · Cover Mongolian &amp; test yourself!</a:t>
            </a:r>
            <a:endParaRPr lang="en-US" sz="7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1289304"/>
          <a:ext cx="3200400" cy="914400"/>
        </p:xfrm>
        <a:graphic>
          <a:graphicData uri="http://schemas.openxmlformats.org/drawingml/2006/table">
            <a:tbl>
              <a:tblPr/>
              <a:tblGrid>
                <a:gridCol w="182880"/>
                <a:gridCol w="610819"/>
                <a:gridCol w="610819"/>
                <a:gridCol w="794065"/>
                <a:gridCol w="1038393"/>
              </a:tblGrid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Pronunciation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Дуудлага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sentence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1A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rapidly growing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/ˈræpɪdli ˈɡroʊɪŋ/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хурдан хөгжиж буй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rapidly growing technology sector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well-established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/wɛl ɪˈstæblɪʃt/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сайтар тогтсон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well-established financial institution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highly competitive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/ˈhaɪli kəmˈpɛtɪtɪv/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маш өрсөлдөөнтэй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highly competitive global market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internationally recognised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/ˌɪntəˈnæʃənəli ˈrɛkəɡnaɪzd/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олон улсад хүлээн зөвшөөрсөн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internationally recognised brand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/ˈprɒfɪt/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ашиг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company made a significant profit.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/ˈrɛvɪnjuː/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орлого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revenue has been increasing.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investment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/ɪnˈvɛstmənt/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хөрөнгө оруулалт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investment has been growing.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shareholder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/ˈʃɛərhoʊldər/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хувьцаа эзэмшигч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Shareholders expect a good return.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/ˈmɜːrdʒər/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нэгдэл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two firms completed a merger.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entrepreneur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/ˌɒntrəprəˈnɜːr/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бизнес эрхлэгч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is a highly successful entrepreneur.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/ɪnˈfleɪʃən/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инфляци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Inflation has been affecting purchasing power.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supply chain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/səˈplaɪ tʃeɪn/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нийлүүлэлтийн сүлжээ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disrupted supply chain caused problems.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share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/ˈmɑːrkɪt ʃɛər/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зах зээлийн хувь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Their market share has increased.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sustainable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/səˈsteɪnəbəl/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тогтвортой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need a sustainable business model.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diversify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/daɪˈvɜːrsɪfaɪ/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олон талын болгох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Companies should diversify their income.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fluctuate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/ˈflʌktʃueɪt/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хэлбэлзэх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Currency values tend to fluctuate.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outsource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/ˈaʊtsɔːrs/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гаднаас гүйцэтгүүлэх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They outsource customer service overseas.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innovation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/ˌɪnəˈveɪʃən/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шинэчлэл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Innovation drives economic growth.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downturn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/ˈdaʊntɜːrn/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уналт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economy experienced a downturn.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/buːm/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өсөлт / дэвжилт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tech sector is experiencing a boom.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219456" y="9290304"/>
            <a:ext cx="3200400" cy="219456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56032" y="9299448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Entrepreneur /ˌɒntrəprəˈnɜːr/ — 4 syllables · Diversify /daɪˈvɜːrsɪfaɪ/ — 4 syllables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— 3 үе: REV-uh-nyoo. Shareholder — 3 үе: SHARE-hold-er. Inflation — 3 үе: in-FLAY-shun.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3580790" y="874166"/>
            <a:ext cx="312724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566160" y="859536"/>
            <a:ext cx="312724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566160" y="859536"/>
            <a:ext cx="3127248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566160" y="1115568"/>
            <a:ext cx="3127248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57600" y="859536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Grammar — Noun phrases — complex descriptions: a rapidly growing technology company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3657600" y="1124712"/>
            <a:ext cx="2999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step by step  ·  Алхам алхмаар судлаарай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3648456" y="1289304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 PHRASES add detailed description before or after a noun. In English, adjectives come BEFORE the noun (unlike Mongolian). Complex noun phrases: 'a RAPIDLY GROWING technology company.' Pattern: (adverb + adjective) + (adjective) + noun. Multiple adjectives: opinion → size → age → shape → colour → origin → material → noun. Examples: 'a well-established international financial corporation.' 'a highly competitive rapidly expanding market.' In formal and business writing, noun phrases allow precise description without extra sentences.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3648456" y="1709928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НЭРИЙН ХЭЛЛЭГ нь нэр үгийн өмнө нарийн тайлбар нэмдэг. Англид тэмдэг нэр нэр үгийн ӨМНӨ ирдэг. Нарийн нэрийн хэллэг: 'a RAPIDLY GROWING technology company.' Хэлбэр: (тодотгол + тэмдэг нэр) + (тэмдэг нэр) + нэр үг. Олон тэмдэг нэр: санаа → хэмжээ → нас → хэлбэр → өнгө → гарал → материал → нэр үг. Бизнес, албан бичигт нэрийн хэллэг нэмэлт өгүүлбэргүйгээр нарийвчлалтай тайлбар хийх боломж олгодог.</a:t>
            </a:r>
            <a:endParaRPr lang="en-US" sz="7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39312" y="2075688"/>
          <a:ext cx="2980944" cy="914400"/>
        </p:xfrm>
        <a:graphic>
          <a:graphicData uri="http://schemas.openxmlformats.org/drawingml/2006/table">
            <a:tbl>
              <a:tblPr/>
              <a:tblGrid>
                <a:gridCol w="417332"/>
                <a:gridCol w="417332"/>
                <a:gridCol w="536570"/>
                <a:gridCol w="536570"/>
                <a:gridCol w="536570"/>
                <a:gridCol w="536570"/>
              </a:tblGrid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+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−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 + adj + noun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NP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rapidly growing company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тодотгол + тэмдэг нэр + нэр үг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 + adj + noun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stacked adj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well-established global brand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хэд хэдэн тэмдэг нэр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 + noun + prep phrase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extended NP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significant increase in revenue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 хэсэгтэй нэрийн хэллэг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 order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opinion→fact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highly competitive, internationally recognised market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тэмдэг нэрийн дараалал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noun + relative clause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NP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company that has been growing rapidly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харьцааны хэсэгтэй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35" name="Shape 31"/>
          <p:cNvSpPr/>
          <p:nvPr/>
        </p:nvSpPr>
        <p:spPr>
          <a:xfrm>
            <a:off x="3639312" y="3273552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657600" y="3273552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  Key Forms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3639312" y="3438144"/>
            <a:ext cx="2980944" cy="274320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657600" y="3465576"/>
            <a:ext cx="16395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 phrase order: adverb → adjective → adjective → noun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 RAPIDLY GROWING, WELL-ESTABLISHED international technology company'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Commas between coordinate adjectives of same type.</a:t>
            </a:r>
            <a:endParaRPr lang="en-US" sz="850" dirty="0"/>
          </a:p>
        </p:txBody>
      </p:sp>
      <p:sp>
        <p:nvSpPr>
          <p:cNvPr id="39" name="Text 35"/>
          <p:cNvSpPr/>
          <p:nvPr/>
        </p:nvSpPr>
        <p:spPr>
          <a:xfrm>
            <a:off x="5297119" y="3465576"/>
            <a:ext cx="13116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Нэрийн хэллэгийн дараалал: тодотгол → тэмдэг нэр → тэмдэг нэр → нэр үг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 rapidly growing, well-established international technology company'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Энэ дарааллыг санаарай!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3639312" y="3749040"/>
            <a:ext cx="2980944" cy="1645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3657600" y="3749040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Rules &amp; Usage</a:t>
            </a:r>
            <a:endParaRPr lang="en-US" sz="800" dirty="0"/>
          </a:p>
        </p:txBody>
      </p:sp>
      <p:sp>
        <p:nvSpPr>
          <p:cNvPr id="42" name="Shape 38"/>
          <p:cNvSpPr/>
          <p:nvPr/>
        </p:nvSpPr>
        <p:spPr>
          <a:xfrm>
            <a:off x="3639312" y="3913632"/>
            <a:ext cx="2980944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3657600" y="3941064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B8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NOT: 'a company growing rapidly' (in most contexts). ✅ 'a rapidly growing company.' Adjectives go BEFORE the noun in English!
</a:t>
            </a:r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describe this company? WHAT kind of market is it? DESCRIBE the economic situation using noun phrases.</a:t>
            </a:r>
            <a:endParaRPr lang="en-US" sz="800" dirty="0"/>
          </a:p>
        </p:txBody>
      </p:sp>
      <p:sp>
        <p:nvSpPr>
          <p:cNvPr id="44" name="Shape 40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Grammar Tip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solidFill>
            <a:srgbClr val="B83030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Common Mistakes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3639312" y="4425696"/>
            <a:ext cx="1463040" cy="2144817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3666744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Adjectives go BEFORE nouns in English!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adverbs before adjectives: rapidly growing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Multiple adjectives: well-established international brand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Opinion adjectives come FIRST: a significant global challenge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noun phrases to avoid repetitive sentences</a:t>
            </a:r>
            <a:endParaRPr lang="en-US" sz="780" dirty="0"/>
          </a:p>
        </p:txBody>
      </p:sp>
      <p:sp>
        <p:nvSpPr>
          <p:cNvPr id="50" name="Shape 46"/>
          <p:cNvSpPr/>
          <p:nvPr/>
        </p:nvSpPr>
        <p:spPr>
          <a:xfrm>
            <a:off x="5138928" y="4425696"/>
            <a:ext cx="1463040" cy="2144817"/>
          </a:xfrm>
          <a:prstGeom prst="rect">
            <a:avLst/>
          </a:prstGeom>
          <a:solidFill>
            <a:srgbClr val="FDECEA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5166360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a company growing rapidly  ✅ a RAPIDLY GROWING company (adj before noun)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an internationally the company  ✅ an INTERNATIONALLY RECOGNISED company (adv+adj+noun)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a big very market  ✅ a HIGHLY COMPETITIVE market (order matters!)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a profit significant  ✅ a SIGNIFICANT profit (adj comes FIRST!)</a:t>
            </a:r>
            <a:endParaRPr lang="en-US" sz="780" dirty="0"/>
          </a:p>
        </p:txBody>
      </p:sp>
      <p:sp>
        <p:nvSpPr>
          <p:cNvPr id="52" name="Shape 48"/>
          <p:cNvSpPr/>
          <p:nvPr/>
        </p:nvSpPr>
        <p:spPr>
          <a:xfrm>
            <a:off x="3639312" y="6607089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3657600" y="6607089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Quick Practice</a:t>
            </a:r>
            <a:endParaRPr lang="en-US" sz="850" dirty="0"/>
          </a:p>
        </p:txBody>
      </p:sp>
      <p:sp>
        <p:nvSpPr>
          <p:cNvPr id="54" name="Shape 50"/>
          <p:cNvSpPr/>
          <p:nvPr/>
        </p:nvSpPr>
        <p:spPr>
          <a:xfrm>
            <a:off x="3639312" y="6771681"/>
            <a:ext cx="2980944" cy="2902671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6799113"/>
          <a:ext cx="2944368" cy="914400"/>
        </p:xfrm>
        <a:graphic>
          <a:graphicData uri="http://schemas.openxmlformats.org/drawingml/2006/table">
            <a:tbl>
              <a:tblPr/>
              <a:tblGrid>
                <a:gridCol w="1472184"/>
                <a:gridCol w="1472184"/>
              </a:tblGrid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a company / growing / rapidly → _____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rapidly growing company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a brand / established / well / international → _____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well-established international brand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a market / competitive / highly → _____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highly competitive market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an increase / significant / revenue → _____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significant increase in revenue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a firm / recognised / internationally → _____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internationally recognised firm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a sector / expanding / fast / tech → _____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fast-expanding tech sector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a problem / economic / serious → _____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serious economic problem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 a company / innovative / leading → _____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leading innovative company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</a:tbl>
          </a:graphicData>
        </a:graphic>
      </p:graphicFrame>
      <p:sp>
        <p:nvSpPr>
          <p:cNvPr id="56" name="Text 51"/>
          <p:cNvSpPr/>
          <p:nvPr/>
        </p:nvSpPr>
        <p:spPr>
          <a:xfrm>
            <a:off x="3666744" y="934113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Answers: 1-a rapidly growing company · 2-a well-established international brand · 3-a highly competitive market · 4-a significant increase in revenue · 5-an internationally recognised firm · 6-a fast-expanding tech sector · 7-a serious economic problem · 8-a leading innovative company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Book 3 · Дэвшилтэт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84 · ӨДӨР 84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&amp; Speaking  ·  Унших ба Ярих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Page 2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B1 Level  ·  Book 3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86537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86537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Reading Passage / Унших дасгал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= today's vocab · Read aloud at least twice!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380744"/>
          </a:xfrm>
          <a:prstGeom prst="rect">
            <a:avLst/>
          </a:prstGeom>
          <a:solidFill>
            <a:srgbClr val="EBF5F0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" y="1069848"/>
            <a:ext cx="62362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1A4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Mongolia's economy is evolving rapidly. 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country is home to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rapidly growing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mining sector which has attracted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8B4A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considerable foreign investment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highly competitive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technology sector has emerged in Ulaanbaatar, with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several well-established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start-ups now operating internationally.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8B4A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Significant economic growth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has been recorded over the past decade. However,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8B4A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number of serious economic challenges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remain, including inflation and supply chain issues.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increasingly diverse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range of industries is being developed. Bat says: "Mongolia has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extraordinary economic potential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and English-speaking graduates are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highly valuable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resource for its growth!"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79222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551176"/>
            <a:ext cx="3218688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07208"/>
            <a:ext cx="3218688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Key Phrases &amp; Translation / Гол хэллэг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Цээжил! · Memorize these phrases</a:t>
            </a:r>
            <a:endParaRPr lang="en-US" sz="7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2971800"/>
          <a:ext cx="3108960" cy="914400"/>
        </p:xfrm>
        <a:graphic>
          <a:graphicData uri="http://schemas.openxmlformats.org/drawingml/2006/table">
            <a:tbl>
              <a:tblPr/>
              <a:tblGrid>
                <a:gridCol w="1057046"/>
                <a:gridCol w="1057046"/>
                <a:gridCol w="994867"/>
              </a:tblGrid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Phrase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 / Монгол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Grammar Note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rapidly growing technology company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хурдан хөгжиж буй технологийн компани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adverb + adjective + noun + noun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well-established international brand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сайтар тогтсон олон улсын брэнд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compound adjective + adj + noun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highly competitive global market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маш өрсөлдөөнтэй дэлхийн зах зээл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adverb + adjective + adjective + noun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significant increase in revenue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орлогын мэдэгдэхүйц өсөлт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 + noun + prep phrase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internationally recognised firm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олон улсад хүлээн зөвшөөрсөн фирм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adverb + adjective + noun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considerable foreign investment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тодорхой хэмжээний гадаадын хөрөнгө оруулалт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adjective + adjective + noun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55117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0720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🗣️  Speaking Practice / Ярих дасгал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566160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— don't write, just speak!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557016" y="2971800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in English — do not write, just speak!
</a:t>
            </a:r>
            <a:pPr indent="0" marL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Англиар ЧАНГААР хариулаарай — бичихгүй, зөвхөн ярь!</a:t>
            </a:r>
            <a:endParaRPr lang="en-US" sz="8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64408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 Describe your ideal company using a complex noun phrase.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 What kind of economic challenges does Mongolia face? Use noun phrases!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 Describe the English learning industry using 3 complex noun phrases.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 What is 'a rapidly growing sector' in Mongolia today?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 Describe yourself as an employee using 2 complex noun phrases.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 What would you call the English course you are doing? Build a noun phrase!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179222" y="4467758"/>
            <a:ext cx="6528816" cy="511149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164592" y="4453128"/>
            <a:ext cx="6528816" cy="5111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164592" y="445312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64592" y="470916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256032" y="44531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💬  Role Play / Дүрд тоглох</a:t>
            </a:r>
            <a:endParaRPr lang="en-US" sz="1050" dirty="0"/>
          </a:p>
        </p:txBody>
      </p:sp>
      <p:sp>
        <p:nvSpPr>
          <p:cNvPr id="43" name="Text 39"/>
          <p:cNvSpPr/>
          <p:nvPr/>
        </p:nvSpPr>
        <p:spPr>
          <a:xfrm>
            <a:off x="256032" y="471830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Найзтайгаа дадлагал · Repeat until it sounds natural!</a:t>
            </a:r>
            <a:endParaRPr lang="en-US" sz="750" dirty="0"/>
          </a:p>
        </p:txBody>
      </p:sp>
      <p:graphicFrame>
        <p:nvGraphicFramePr>
          <p:cNvPr id="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37744" y="4873752"/>
          <a:ext cx="6382512" cy="914400"/>
        </p:xfrm>
        <a:graphic>
          <a:graphicData uri="http://schemas.openxmlformats.org/drawingml/2006/table">
            <a:tbl>
              <a:tblPr/>
              <a:tblGrid>
                <a:gridCol w="3191256"/>
                <a:gridCol w="3191256"/>
              </a:tblGrid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How would you describe the Mongolian economy?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It's a rapidly growing emerging market with considerable potential!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What about the technology sector?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It's a highly competitive, fast-expanding tech ecosystem.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What kind of company would you like to work for?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A well-established, internationally recognised technology firm.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And what kind of role?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A senior, highly responsible project management position!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That's very specific! Any economic concerns?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Yes — inflation is a serious, ongoing economic challenge for Mongolia.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You sound like a business expert!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English opened the door to all this vocabulary!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Shape 40"/>
          <p:cNvSpPr/>
          <p:nvPr/>
        </p:nvSpPr>
        <p:spPr>
          <a:xfrm>
            <a:off x="237744" y="9381744"/>
            <a:ext cx="63825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292608" y="9390888"/>
            <a:ext cx="6272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B1 Tip: Complex noun phrases make your writing and speaking incredibly precise and sophisticated! 'A company' is basic. 'A rapidly expanding, internationally recognised technology company' is B1+. Build these phrases by adding adjectives and adverbs before nouns!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Book 3 · Дэвшилтэт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84 · ӨДӨР 84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· Practice · Homework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🎧 Page 3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B1 Level  ·  Book 3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95681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🎧  Listening Script / Сонсох текст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10 questions WITHOUT looking at the text!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481328"/>
          </a:xfrm>
          <a:prstGeom prst="rect">
            <a:avLst/>
          </a:prstGeom>
          <a:solidFill>
            <a:srgbClr val="F4F8FC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1069848"/>
            <a:ext cx="62727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noun phrases! Build a complex noun phrase from these words: 'company / growing / tech / rapidly'.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rapidly growing tech company! And I can extend it: a rapidly growing, internationally recognised tech company.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Excellent! 'Market / competitive / global / highly'.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highly competitive global market! I can add: a highly competitive, fast-evolving global market.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Beautiful! Now describe Mongolia's economy in one complex noun phrase.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rapidly expanding, resource-rich, emerging market economy with considerable untapped potential!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an extraordinary noun phrase, Bat! Six adjectives before one noun — professional, precise, and impressive. Business English at its finest!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79222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642616"/>
            <a:ext cx="3218688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98648"/>
            <a:ext cx="321868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Comprehension Questions (10)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90779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best answer.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063240"/>
          <a:ext cx="3090672" cy="914400"/>
        </p:xfrm>
        <a:graphic>
          <a:graphicData uri="http://schemas.openxmlformats.org/drawingml/2006/table">
            <a:tbl>
              <a:tblPr/>
              <a:tblGrid>
                <a:gridCol w="247254"/>
                <a:gridCol w="1236269"/>
                <a:gridCol w="1607149"/>
              </a:tblGrid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noun phrase does Bat build first?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a fast-growing business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a rapidly growing tech company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a tech growing company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does Bat extend the phrase?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adds 'internationally recognised'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adds 'very big'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adds 'Mongolian'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phrase does Sarnai build?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a very competitive market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a highly competitive global market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a global, high market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does Sarnai extend her phrase?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adds 'fast-evolving'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adds 'important'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adds 'new'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many adjectives does Bat's final phrase about Mongolia have?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three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four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six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noun phrase did Bat use for Mongolia?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a big, growing economy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a rapidly expanding, resource-rich, emerging market economy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a new economy with potential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the teacher say about the phrase?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too long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needs simplifying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extraordinary — professional, precise, impressive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English, adjectives come ___ the noun.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after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before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either side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'A rapidly growing company' — 'rapidly' modifies...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'company'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'growing'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'a'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Noun phrases allow you to...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use more verbs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give precise description without extra sentences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avoid adjectives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64261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9864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✏️  Grammar Practice &amp; Matching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3529584" y="3063240"/>
            <a:ext cx="3108960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557016" y="306324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blank — complex noun phrases — build from components</a:t>
            </a:r>
            <a:endParaRPr lang="en-US" sz="8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27832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company / growing / rapidly → a _____ company. (rapidly growing)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brand / established / well → a _____ brand. (well-established)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market / competitive / highly → a _____ market. (highly competitive)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increase / significant / revenue → a _____ in revenue. (significant increase)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firm / recognised / internationally → an _____ firm. (internationally recognised)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challenge / economic / serious → a _____ challenge. (serious economic)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3529584" y="4478731"/>
            <a:ext cx="3108960" cy="16459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557016" y="4478731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— English → Mongolian</a:t>
            </a:r>
            <a:endParaRPr lang="en-US" sz="8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4643323"/>
          <a:ext cx="3108960" cy="914400"/>
        </p:xfrm>
        <a:graphic>
          <a:graphicData uri="http://schemas.openxmlformats.org/drawingml/2006/table">
            <a:tbl>
              <a:tblPr/>
              <a:tblGrid>
                <a:gridCol w="1616659"/>
                <a:gridCol w="1492301"/>
              </a:tblGrid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rapidly growing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маш өрсөлдөөнтэй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well-established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хурдан хөгжиж буй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highly competitive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тодорхой хэмжээний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considerable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сайтар тогтсон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internationally recognised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 олон улсад хүлээн зөвшөөрсөн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41" name="Shape 36"/>
          <p:cNvSpPr/>
          <p:nvPr/>
        </p:nvSpPr>
        <p:spPr>
          <a:xfrm>
            <a:off x="179222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164592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164592" y="5916168"/>
            <a:ext cx="2115312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164592" y="6172200"/>
            <a:ext cx="21153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256032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Homework / Гэрийн даалгавар</a:t>
            </a:r>
            <a:endParaRPr lang="en-US" sz="1050" dirty="0"/>
          </a:p>
        </p:txBody>
      </p:sp>
      <p:sp>
        <p:nvSpPr>
          <p:cNvPr id="46" name="Text 41"/>
          <p:cNvSpPr/>
          <p:nvPr/>
        </p:nvSpPr>
        <p:spPr>
          <a:xfrm>
            <a:off x="256032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Маргааш болохоос өмнө дуусга</a:t>
            </a:r>
            <a:endParaRPr lang="en-US" sz="750" dirty="0"/>
          </a:p>
        </p:txBody>
      </p:sp>
      <p:sp>
        <p:nvSpPr>
          <p:cNvPr id="47" name="Text 42"/>
          <p:cNvSpPr/>
          <p:nvPr/>
        </p:nvSpPr>
        <p:spPr>
          <a:xfrm>
            <a:off x="256032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Writing: Write a short business profile of a Mongolian company using 5 complex noun phrases.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Vocabulary: Build complex noun phrases for: challenge / growth / company / market / leader — add 2 adjectives each.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Speaking: Describe Mongolia's economy in 1 minute using only complex noun phrases — no simple sentences!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Noun phrase order: adverb + adjective + noun · adj before noun always! · opinion → size → age → origin → noun
</a:t>
            </a:r>
            <a:endParaRPr lang="en-US" sz="950" dirty="0"/>
          </a:p>
        </p:txBody>
      </p:sp>
      <p:sp>
        <p:nvSpPr>
          <p:cNvPr id="48" name="Shape 43"/>
          <p:cNvSpPr/>
          <p:nvPr/>
        </p:nvSpPr>
        <p:spPr>
          <a:xfrm>
            <a:off x="2385974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2371344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2371344" y="5916168"/>
            <a:ext cx="2115312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2371344" y="6172200"/>
            <a:ext cx="2115312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2462784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Answer Key / Хариулт</a:t>
            </a:r>
            <a:endParaRPr lang="en-US" sz="1050" dirty="0"/>
          </a:p>
        </p:txBody>
      </p:sp>
      <p:sp>
        <p:nvSpPr>
          <p:cNvPr id="53" name="Text 48"/>
          <p:cNvSpPr/>
          <p:nvPr/>
        </p:nvSpPr>
        <p:spPr>
          <a:xfrm>
            <a:off x="2462784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honestly!</a:t>
            </a:r>
            <a:endParaRPr lang="en-US" sz="750" dirty="0"/>
          </a:p>
        </p:txBody>
      </p:sp>
      <p:sp>
        <p:nvSpPr>
          <p:cNvPr id="54" name="Text 49"/>
          <p:cNvSpPr/>
          <p:nvPr/>
        </p:nvSpPr>
        <p:spPr>
          <a:xfrm>
            <a:off x="2462784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blanks: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1-rapidly growing · 2-well-established · 3-highly competitive · 4-significant increase · 5-internationally recognised · 6-serious economic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 · 2-D · 3-A · 4-C · 5-E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(1–10):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 · 2-a · 3-b · 4-a · 5-c
6-b · 7-c · 8-b · 9-b · 10-b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lnSpc>
                <a:spcPct val="195000"/>
              </a:lnSpc>
              <a:buNone/>
            </a:pPr>
            <a:r>
              <a:rPr lang="en-US" sz="8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help you learn!</a:t>
            </a:r>
            <a:endParaRPr lang="en-US" sz="900" dirty="0"/>
          </a:p>
        </p:txBody>
      </p:sp>
      <p:sp>
        <p:nvSpPr>
          <p:cNvPr id="55" name="Shape 50"/>
          <p:cNvSpPr/>
          <p:nvPr/>
        </p:nvSpPr>
        <p:spPr>
          <a:xfrm>
            <a:off x="4592726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4578096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4578096" y="5916168"/>
            <a:ext cx="2115312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4578096" y="6172200"/>
            <a:ext cx="2115312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4669536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🌟  Day 84 Complete!</a:t>
            </a:r>
            <a:endParaRPr lang="en-US" sz="1050" dirty="0"/>
          </a:p>
        </p:txBody>
      </p:sp>
      <p:sp>
        <p:nvSpPr>
          <p:cNvPr id="60" name="Text 55"/>
          <p:cNvSpPr/>
          <p:nvPr/>
        </p:nvSpPr>
        <p:spPr>
          <a:xfrm>
            <a:off x="4669536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completed:</a:t>
            </a:r>
            <a:endParaRPr lang="en-US" sz="750" dirty="0"/>
          </a:p>
        </p:txBody>
      </p:sp>
      <p:sp>
        <p:nvSpPr>
          <p:cNvPr id="61" name="Text 56"/>
          <p:cNvSpPr/>
          <p:nvPr/>
        </p:nvSpPr>
        <p:spPr>
          <a:xfrm>
            <a:off x="4669536" y="6345936"/>
            <a:ext cx="1969008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20 бизнесийн үг · 20 business/economics words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Noun phrases — complex descriptions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Монголын эдийн засгийн тухай уншсан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Дасгал · Grammar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Ярих дасгал · Business English speaking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Сонсох · Listening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Нарийн нэрийн хэллэг хэрэглэж сурсан</a:t>
            </a:r>
            <a:endParaRPr lang="en-US" sz="800" dirty="0"/>
          </a:p>
        </p:txBody>
      </p:sp>
      <p:sp>
        <p:nvSpPr>
          <p:cNvPr id="62" name="Shape 57"/>
          <p:cNvSpPr/>
          <p:nvPr/>
        </p:nvSpPr>
        <p:spPr>
          <a:xfrm>
            <a:off x="4651248" y="9253728"/>
            <a:ext cx="1969008" cy="256032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4687824" y="9262872"/>
            <a:ext cx="191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Day 85: Politics &amp; Society — Concession clauses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2026-04-11T02:56:26Z</dcterms:created>
  <dcterms:modified xsi:type="dcterms:W3CDTF">2026-04-11T02:56:26Z</dcterms:modified>
</cp:coreProperties>
</file>