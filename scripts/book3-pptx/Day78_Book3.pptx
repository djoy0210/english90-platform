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78 · ӨДӨР 78</a:t>
            </a:r>
            <a:endParaRPr lang="en-US" sz="850" dirty="0"/>
          </a:p>
        </p:txBody>
      </p:sp>
      <p:sp>
        <p:nvSpPr>
          <p:cNvPr id="9" name="Shape 7"/>
          <p:cNvSpPr/>
          <p:nvPr/>
        </p:nvSpPr>
        <p:spPr>
          <a:xfrm>
            <a:off x="1335024" y="347472"/>
            <a:ext cx="4498848" cy="237744"/>
          </a:xfrm>
          <a:prstGeom prst="rect">
            <a:avLst/>
          </a:prstGeom>
          <a:solidFill>
            <a:srgbClr val="0D5C7B"/>
          </a:solidFill>
          <a:ln w="12700">
            <a:solidFill>
              <a:srgbClr val="0D5C7B"/>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Health &amp; Medicine  ·  Эрүүл мэнд &amp; Анагаах ухаан</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Causative have — I had my hair cut / I'm having my eyes tested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0D5C7B"/>
          </a:solidFill>
          <a:ln w="12700">
            <a:solidFill>
              <a:srgbClr val="0D5C7B"/>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0D5C7B"/>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have something done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ˈsʌmθɪŋ dʌn/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хэн нэгнээр хийлгэх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my hair cut yesterday.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get something done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/ɡɛt ˈsʌmθɪŋ dʌn/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хэн нэгнээр хийлгэх (хэвийн)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got my eyes tested last month.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had my hair cut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/hæd maɪ hɛər kʌt/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үс засуулсан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my hair cut at the salon.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have my eyes tested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maɪ aɪz tɛstɪd/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нүд шалгуулсан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need to have my eyes tested soon.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had my car serviced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/hæd maɪ kɑːr ˈsɜːrvɪst/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машин үйлчлүүлсэн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my car serviced last week.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have my teeth cleaned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maɪ tiːθ kliːnd/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шүд цэвэрлүүлсэн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should have my teeth cleaned.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had my phone repaired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/hæd maɪ foʊn rɪˈpɛərd/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утас засуулсан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my phone repaired for free.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have my blood tested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/hæv maɪ blʌd tɛstɪd/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цус шалгуулсан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doctor wants me to have my blood tested.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appointment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/əˈpɔɪntmənt/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цаг захиалга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have a doctor's appointment tomorrow.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prescription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/prɪˈskrɪpʃən/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эмийн жор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doctor gave me a prescription.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diagnose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/ˈdaɪəɡnoʊz/</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оношлох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was diagnosed with a mild condition.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treatment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/ˈtriːtmənt/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эмчилгээ</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treatment will be given next week.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surgeon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/ˈsɜːrdʒən/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мэс заслын эмч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surgeon performed the operation.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symptom</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/ˈsɪmptəm/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шинж тэмдэг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Tell the doctor all your symptoms.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therapy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/ˈθɛrəpi/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эмчилгээний арга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is having therapy to help recovery.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vaccination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/ˌvæksɪˈneɪʃən/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дархлаажуулалт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my vaccination updated.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check-up</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/ˈtʃɛk ʌp/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ерөнхий шалгалт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had a full check-up last month.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scan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/skæn/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скан шинжилгээ</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is having a scan done tomorrow.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specialist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/ˈspɛʃəlɪst/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мэргэжилтэн эмч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 was referred to a specialist.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0D5C7B"/>
                          </a:solidFill>
                          <a:latin typeface="Calibri" pitchFamily="34" charset="0"/>
                          <a:ea typeface="Calibri" pitchFamily="34" charset="-122"/>
                          <a:cs typeface="Calibri" pitchFamily="34" charset="-120"/>
                        </a:rPr>
                        <a:t>recovery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/rɪˈkʌvəri/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сэргэлт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His recovery has been progressing well.</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Vaccination /ˌvæksɪˈneɪʃən/ — 4 syllables · Prescription /prɪˈskrɪpʃən/ — 3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Appointment — 3 үе: uh-POYNT-ment. Diagnosis — 4 үе: dy-ug-NOH-sis. Therapy — 3 үе: THER-uh-pee.</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Causative have — I had my hair cut / I'm having my eyes tested</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CAUSATIVE HAVE: 'Have/get + object + past participle.' Used when YOU ARRANGE for someone ELSE to do something for you. You don't do it yourself. 'I had my hair CUT.' (A hairdresser cut it.) 'She had her car REPAIRED.' (A mechanic repaired it.) 'I'm having my eyes TESTED.' (An optician is testing them.) Structure: HAVE + OBJECT + PAST PARTICIPLE (3rd form). Time: Past = had + obj + p.p. · Present = have/am having + obj + p.p. · Future = will have + obj + p.p. GET + obj + p.p. is more informal and means the same thing.</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CAUSATIVE HAVE: 'Have/get + объект + past participle.' Та өөрөө хийхгүй — ӨӨР ХҮНД хийлгэж байна. 'I had my hair CUT.' (Үсчин огтолсон). 'She had her car REPAIRED.' (Механик засварласан). Хэлбэр: HAVE + ОБЪЕКТ + PAST PARTICIPLE. Цаг: Өнгөрсөн = had + obj + p.p. · Одоо = have/am having + obj + p.p. · Ирээдүй = will have + obj + p.p. GET + obj + p.p. — хэвийн яриандаа ижил утгатай.</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have + obj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causative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have my car serviced.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don't have it serviced.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Do you have it serviced?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хийлгэдэг (заншил)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had + obj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past causative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had my hair cut.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didn't have it cut.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Did you have it cut?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хийлгэсэн (өнгөрсөн)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am having + obj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now causative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I'm having my eyes tested.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I'm not having it done.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Are you having it done?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хийлгэж байна (одоо)</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will have + obj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future causative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I'll have my teeth cleaned.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won't have it done.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you have it done?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хийлгэх болно (ирээдүй)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get + obj +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informal same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 got my phone repaired.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 didn't get it repaired.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Did you get it repaired?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хийлгэсэн (хэвийн)</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have + object + past participle (NOT have + object + base verb!)</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had my hair cut ✅ · had my hair cutting ❌ · had my hair to cut ❌</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get + obj + p.p. = informal version of have + obj + p.p.</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HAVE + ОБЪЕКТ + PAST PARTICIPLE (3-р хэлбэр)</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had my hair CUT (past participle) · had my eyes TESTED · had my car REPAIRED</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get + obj + p.p. = ижил утга, хэвийн яриандаа</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I DIDN'T HAVE my hair cut — I cut it myself! I HAVEN'T HAD my car serviced this year. She WON'T HAVE her eyes tested.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Did you HAVE your hair CUT? Are you HAVING your eyes TESTED? Will you HAVE your car SERVICED?</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have + obj + past participle = causative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you arrange it, someone else does it!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had it done = past · am having it done = now</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will have it done = future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get it done = informal, same meaning</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NOT: had my hair cutting / had my hair to cut</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had my hair cutting.  ✅ I had my hair CUT. (past participle, not -ing!)</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had my car to repair.  ✅ I had my car REPAIRED. (no 'to' — past participle!)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got her eyes test.  ✅ She got her eyes TESTED.</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 will have my teeth clean.  ✅ I will have my teeth CLEANED.</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 had my hair _____ yesterday. (cut)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She's having her scan _____ tomorrow. (done)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She got her phone _____ for free. (repair → repaired)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He had his car _____ last week. (service → serviced)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I need to have my eyes _____. (test → tested)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Will you have your blood _____ soon? (test → tested)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They're having the building _____. (paint → painted)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I should have my teeth _____ twice a year. (clean → cleaned)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1-cut · 2-repaired · 3-tested · 4-painted · 5-done · 6-serviced · 7-tested · 8-cleaned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78 · ӨДӨР 78</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0D5C7B"/>
                </a:solidFill>
                <a:latin typeface="Georgia" pitchFamily="34" charset="0"/>
                <a:ea typeface="Georgia" pitchFamily="34" charset="-122"/>
                <a:cs typeface="Georgia" pitchFamily="34" charset="-120"/>
              </a:rPr>
              <a:t>Bat's grandmother gives health advice.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"Every year," she says, "you should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your blood tested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and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your eyes checked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I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had my teeth cleaned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last month and the dentist found no problems! Your grandfather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had his heart scanned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last spring — the doctors found everything was perfect. This month, I'm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having my hearing tested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because I've noticed I can't hear the TV well. Your uncle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had his knee operated on</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two years ago and now he runs marathons! The point is: don't wait until you are sick.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regular check-ups done</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and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get your health monitored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every year. Your body is your most important machine —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have it maintained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properly!"</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had my hair cut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үс засуулсан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had + my hair + cut (p.p.)</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She's having her eyes tested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нүдээ шалгуулж байна</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is having + her eyes + tested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I'll have my teeth cleaned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шүдээ цэвэрлүүлэх болно</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will have + my teeth + cleaned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He got his car repaired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машинаа засуулсан (хэвийн)</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get + obj + p.p. (informal)</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 should have my blood tested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Би цусаа шалгуулах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should have + blood + tested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Have your car serviced regularly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Машинаа тогтмол үйлчлүүл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general advice with causative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When did you last have your hair cut? Where?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Have you ever had your eyes tested? Do you wear glasses?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When did you last have a medical check-up?</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What things do you regularly get done by someone else?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What should you have done but haven't done yet? (health-related!)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Imagine you are a doctor — what would you tell patients to have done?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You look different! Did you have your hair cut?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Yes! I had it cut at the new salon downtown.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you get your hair cut there regularly?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About every two months. I should have it done more often!</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Have you had your eyes tested recently?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Not recently. I should have them tested — I'm squinting at screens!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you have regular check-ups?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had a full check-up done last year. Everything was fine.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about dental checks?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have my teeth cleaned every six months. Prevention is key!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That's very responsible!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My grandmother inspired me! She gets everything checked regularly.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Causative 'have' is used constantly in everyday English! 'I had my car serviced.' 'I'm having my flat painted.' 'She had her photo taken.' This structure shows you arranged for someone ELSE to do something — very natural and very B1!</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78 · ӨДӨР 78</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causative have! I describe a situation — you respond with causative have. 'Your car is making a strange noise.'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should have my car serviced! I'll call the mechanic and have it looked at today.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'You can't read the board clearly.'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need to have my eyes tested! I should have had them tested months ago — I've been squinting all term!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'Your phone screen is cracked.'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I should get the screen repaired! Actually, I had it repaired once before but it broke again. I might just have the whole phone replaced!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Ha! Perfect causative have throughout. Notice how naturally you used past, present, and future forms. This is exactly what B1 looks like!</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should Bat do about his car?</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fix it himself</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buy a new car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have it serviced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How quickly does Bat plan to act?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next month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today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next week</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problem does Sarnai have?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her car is broken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she can't read the board clearly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her phone is cracked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Sarnai say she should have done?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bought glasses earlier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had her eyes tested months ago</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sat closer to the board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has happened to Bat's phone screen?</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it won't turn on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it's too slow</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it's cracked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Had Bat repaired it before?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no, never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yes, once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yes, twice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might Bat ultimately do?</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buy a new phone case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repair the screen again</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have the whole phone replaced</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'Had it repaired' — who repaired the phone?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Bat himself</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someone else (a repairer)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 manufacturer</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Causative 'have' structure is: have + ...</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object + base verb</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object + past participle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object + -ing</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'I got my screen repaired' — 'get' here means...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a different meaning from 'have'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it's more formal than 'have'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the same as causative 'have', but informal</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causative have — have/had/will have + object + past participle</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 had my hair _____ yesterday. (cut)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She got her phone _____ for free. (repaired)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I need to have my eyes _____. (tested)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He had his car _____ last week. (serviced)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They're having the building _____. (painted)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I should have my teeth _____ twice a year. (cleaned)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had my hair cut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одоо хийлгэж байна</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am having my eyes tested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хийлгэсэн (өнгөрсөн)</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will have my teeth cleaned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хэвийн хэллэг (get)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got my phone repaired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хийлгэх болно</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should have it done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хийлгэх ёстой</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about 5 things you have had done recently and 3 things you need to have done soon.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a health plan using causative have: 'Every year, I will have my... tested/checked/cleaned.'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Tell a partner about 3 things you've recently had done (hair, car, phone, health, etc.).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have/had/will have + OBJECT + PAST PARTICIPLE · get + obj + p.p. (informal) · someone else does it for you!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1-cut · 2-repaired · 3-tested · 4-serviced · 5-painted · 6-cleaned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2-A · 3-D · 4-C · 5-E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1-c · 2-b · 3-b · 4-b · 5-c
6-b · 7-c · 8-b · 9-b · 10-c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78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эрүүл мэндийн үг · 20 health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Causative have — I had my hair cut / am having my eyes tested</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Эрүүл мэндийн зөвлөгөөний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Causative have хэрэглэж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79: Crime &amp; Law — Reported Questions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2026-04-10T16:11:31Z</dcterms:created>
  <dcterms:modified xsi:type="dcterms:W3CDTF">2026-04-10T16:11:31Z</dcterms:modified>
</cp:coreProperties>
</file>