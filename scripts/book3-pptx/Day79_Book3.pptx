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79 · ӨДӨР 79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5A1A1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&amp; Law  ·  Гэмт хэрэг &amp; Хууль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Reported questions — She asked where I lived / He wanted to know if...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5A1A1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1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where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/ɑːskt wɛər/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хаана байгааг асуусан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where I lived.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wanted to know 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/ˈwɒntɪd tuː noʊ ɪf/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гэж мэдэхийг хүссэн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wanted to know if I was guilty.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enquired whether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/ɪnˈkwaɪərd ˈwɛðər/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гэж лавласан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officer enquired whether I had seen anything.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what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/ɑːskt wɒt/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юу байгааг асуусан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what I had been doing.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when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/ɑːskt wɛn/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байгааг асуусан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asked when the incident had occurred.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why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/ɑːskt waɪ/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яагаад гэж асуусан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why I had been there.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/ˈsʌspɛkt/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сэжигтэн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suspect was questioned at the station.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/ˈwɪtnɪs/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гэрч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witness reported what they had seen.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/ˈɛvɪdəns/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 had been collected carefully.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/ɪnˈvɛstɪɡeɪt/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мөрдөн шалгах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 investigated what had happened.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/ˈælɪbaɪ/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алиби / гэм байхгүйн нотолгоо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needed to prove his alibi.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/ˈsɛntəns/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шийтгэл өгөх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judge asked what had motivated him.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/ˈtraɪəl/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шүүх хурал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were asked at the trial.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/dɪˈfɛndənt/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нэхэмжлэгдэгч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defendant was asked where they were.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innocent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/ˈɪnəsənt/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гэмгүй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insisted he was innocent.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/ˈvɜːrdɪkt/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шүүхийн шийдвэр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jury asked what the evidence showed.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/kənˈfɛʃən/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мэдүүлэг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made a full confession.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testimony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/ˈtɛstɪməni/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гэрчийн мэдүүлэг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testimony explained what had occurred.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/ˈmoʊtɪv/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үйлдлийн шалтгаан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 asked what his motive had been.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/ɪnˌvɛstɪˈɡeɪʃən/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мөрдлөг шалгалт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investigation revealed what had happened.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Defendant /dɪˈfɛndənt/ — 3 syllables · Investigation /ɪnˌvɛstɪˈɡeɪʃən/ — 5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Alibi — 3 үе: AL-ih-by. Testimony — 4 үе: TES-tih-moh-nee. Defendant — 3 үе: dih-FEN-dunt.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Reported questions — She asked where I lived / He wanted to know if...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QUESTIONS change word order from question order to statement order, and shift tenses back. WH-QUESTIONS: Direct: 'Where DO you LIVE?' → Reported: She asked WHERE I LIVED. (no inversion! statement order) YES/NO QUESTIONS: Direct: 'ARE you guilty?' → Reported: He asked IF/WHETHER I WAS guilty. (no question mark if it's a statement) Tense shifts: do/does → did, am/is → was, are → were, will → would, can → could, have → had. Verb to introduce: asked, wanted to know, enquired, wondered.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ТАЙЛАГДСАН АСУУЛТ нь асуулт дарааллаас өгүүлбэр дараалалд шилжиж, цаг ухарна. WH-АСУУЛТ: Шууд: 'Where DO you LIVE?' → Тайлагдсан: She asked WHERE I LIVED. (эргүүлэлт байхгүй! өгүүлбэрийн дараалал). ТИЙМ/ҮГҮЙ АСУУЛТ: Шууд: 'ARE you guilty?' → Тайлагдсан: He asked IF/WHETHER I WAS guilty. Цагийн өөрчлөлт: do → did, am/is → was, will → would, can → could, have → had.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Wh-question→reported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where I lived.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WH-асуулт тайлагдах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Yes/No→reported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if/whether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asked if I was guilty.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Тийм/үгүй тайлагдах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do/does → did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 shift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what I DID.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do/does → did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am/is/are → was/were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 shift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asked where I WAS.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am/is/are → was/were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→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 shift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if I WOULD help.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→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question = ask/want to know/enquire + WH-word + STATEMENT ORDER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'Where is he?' → She asked WHERE HE WAS. (not 'where was he'!)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she guilty?' → He asked IF SHE WAS guilty.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Тайлагдсан асуулт = ask + WH-word + ӨГҮҮЛБЭРИЙН ДАРААЛАЛ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Shе asked where HE WAS (he was — эргүүлэлт байхгүй!)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asked IF she WAS guilty (if + subject + verb)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asked why I HAD NOT been there. He asked whether I WAS NOT going. The judge asked if the defendant DID NOT have an alibi.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asked WHERE I LIVED. He wanted to know IF she WAS guilty. The officer enquired WHETHER anyone HAD seen the suspect.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Reported Q = ask + WH-word + statement order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Yes/No = ask + if/whether + statement order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inversion! 'where he was' NOT 'where was he'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tense shifts as reported statements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Verb: asked / wanted to know / enquired / wondered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asked where did I live.  ✅ She asked where I LIVED. (no inversion!)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asked if was she guilty.  ✅ He asked if SHE WAS guilty. (subject before verb!)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asked what time is it.  ✅ She asked what time IT WAS. (tense shift + no inversion!)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officer asked if I have seen anything.  ✅ The officer asked if I HAD SEEN anything. (tense shift!)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'Where do you live?' → She asked where I _____. (lived)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'Are you guilty?' → He asked if I _____ guilty.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'What are you doing?' → He asked what I _____. (was doing)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'Did you see anything?' → She asked if I _____ seen anything.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'When did it happen?' → She asked when it _____. (had happened)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'Will you testify?' → She asked if I _____ testify.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'Why were you there?' → He asked why I _____ there. (had been)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'Can you describe him?' → She asked if I _____ describe him. (could)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1-lived · 2-was doing · 3-had happened · 4-had been · 5-was · 6-had · 7-would · 8-could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79 · ӨДӨР 79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5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is writing a mystery story set in Ulaanbaatar.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detective asked the suspect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he had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night of the incident. The suspect replied nervously. The detective then asked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whether anyone had seen him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leaving the building. A witness had told police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she had observed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her window. The investigator wanted to know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evidence had been properly collected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lawyer asked the defendant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he had not reported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incident immediately. The judge asked the jury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conclusion they had reached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At last, the verdict was announced. Bat writes: "In real life, as in fiction, we must always ask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truth really is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where I lived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хаана амьдардагийг асуусан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+ where + statement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asked if she was guilty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буруутай эсэхийг асуусан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+ if + statement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wanted to know what had happened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юу болсныг мэдэхийг хүссэн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wanted to know + what + tense shift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enquired whether I had seen anything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би ямар нэгэн зүйл харсан эсэхийг лавласан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enquired + whether + had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judge asked when the incident had occurred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Шүүгч хэзээ болсныг асуусан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+ when + past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wondered why he hadn't reported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яагаад мэдэгдэхгүй байсан гэж гайхсан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wondered + why + hadn't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Transform: 'Where were you last night?' → reported question.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Transform: 'Did you see anything unusual?' → reported question.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Transform: 'Why didn't you call the police?' → reported question.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questions would a detective ask a witness?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Transform: 'Will you tell us the truth?' → reported question.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Imagine you are a detective — report 3 questions you asked a suspect.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The detective asked me where I had been that evening.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What did you say? Did you have an alibi?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Yes! I told her I had been at the library all night.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 must have asked whether anyone could confirm that.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Exactly! She asked if a librarian had seen 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And had they seen you?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Yes! The librarian confirmed that I had been there.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So the detective wanted to know if you had an alibi. Did she believe you?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She asked why I hadn't mentioned the library earlier.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Good question! What did you say?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told her I hadn't realized it was relevant!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Ha! That must have been an interesting investigation.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Reported questions follow the same rules as reported statements — tense shifts back, and you NEVER use question word order! 'Where do you live?' → She asked WHERE I LIVED. (no inversion!) Practice this until it feels natural.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79 · ӨДӨР 79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reported questions about crime! I'll give a direct question — you report it. Ready? 'Where were you at 9pm?'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detective asked where I had been at 9pm. — Notice: 'I had been', not 'was I'!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'Did you see the suspect?'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 asked if I had seen the suspect. — I used 'if' because it's a yes/no question, and 'had seen' because of tense shift!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didn't you call the police immediately?'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asked why I hadn't called the police immediately. — Tense shift from 'didn't' to 'hadn't', and statement order throughout!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— wh-question, yes/no question, and negative question — all reported perfectly. You are both thinking like B1 speakers!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report 'Where were you at 9pm?'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detective asked where was I at 9pm.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detective asked where I had been at 9pm.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detective asked where I was at 9pm.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word does Bat highlight as the key difference?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'I had been' not 'was I'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'where' not 'when'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'detective' not 'police'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Sarnai report 'Did you see the suspect?'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officer asked if I seen the suspect.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officer asked did I see the suspect.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officer asked if I had seen the suspect.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did Sarnai use 'if'?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because it sounds formal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because it's a yes/no 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because it's a wh-question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did Sarnai use 'had seen' not 'saw'?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sounds more polite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tense shift in reported speech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it's a different tense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report 'Why didn't you call the police'?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asked why I didn't call.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asked why hadn't I called.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inspector asked why I hadn't called.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tense shift happened: 'didn't call' → ...?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hadn't called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don't call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wouldn't call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 says Bat used 'statement order' — this means...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question word + inversion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subject + verb (no inversion)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auxiliary + subject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verb introduces reported questions in this lesson?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said/told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asked/wanted to know/enquired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reported/announced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reporting 'Are you...?', we use...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whether + inversion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if/whether + statement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if + question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reported questions — statement order + tense shift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'Where do you live?' → She asked where I _____. (lived)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'Are you guilty?' → He asked if I _____ guilty. (was)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'What are you doing?' → He asked what I _____. (was doing)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'Did you see anything?' → She asked if I _____ seen anything.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'Will you testify?' → She asked if I _____ testify.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'Can you describe him?' → She asked if I _____ describe him. (could)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asked where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тийм/үгүй тайлагдсан асуулт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asked if/whether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яагаад тайлагдсан асуулт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asked why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юу тайлагдсан асуулт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asked what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хаана тайлагдсан асуулт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wanted to 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мэдэхийг хүсэх (асуулт тайлагдах)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reported questions from a police interview: 'The detective asked where... / if... / what... / why... / when...'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Transform these direct questions to reported: Where do you live? Are you sure? What happened? Did you hear anything? Why were you alone?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Role-play a detective interview. Ask 5 questions, then report them to a partner.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Reported Q = asked + WH + statement order (no inversion!) · Yes/No = asked + if/whether + statement order · Tense shifts back!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1-lived · 2-was · 3-was doing · 4-had · 5-would · 6-could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2-A · 3-B · 4-C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2-a · 3-c · 4-b · 5-b
6-c · 7-a · 8-b · 9-b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79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хуулийн үг · 20 crime/law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Reported Questions — She asked where I lived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Детективийн тухай уншсан · Read mystery story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Detective role-play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Тайлагдсан асуулт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80: History &amp; Events — Past Perfect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2026-04-10T16:11:31Z</dcterms:created>
  <dcterms:modified xsi:type="dcterms:W3CDTF">2026-04-10T16:11:31Z</dcterms:modified>
</cp:coreProperties>
</file>