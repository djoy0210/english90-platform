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89 · ӨДӨР 89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Full Review — Free Conversation  ·  B1 Бүрэн Давталт — Чөлөөт Яриа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All B1 grammar — free natural conversation using every structure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/kənˈvɜːrs/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харилцан ярих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we converse freely in English!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spontaneous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/spɒnˈteɪniəs/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дор гарсан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 spontaneously — no preparation!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elaborate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/ɪˈlæbərɪt/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нарийвчлан ярих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Elaborate on your answers — give details!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/ˈpærəfreɪz/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өөрийн үгээр хэлэх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Paraphrase if you don't know a word.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чөлөөтэй ярих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now a fluent English speaker!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/ˈnætʃərəl/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байгалийн / жинхэнэ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English sounds completely natural.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/pəˈspɛktɪv/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өнцөг / байр суурь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your perspective on any topic.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/rɪˈflɛkt/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эргэцүүлэн бодох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 on what English has given you.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/ˈsɛlɪbreɪt/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тэмдэглэх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Celebrate your achievement today!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accomplish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/əˈkʌmplɪʃ/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биелүүлэх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what you have accomplished!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/trænsˈfɔːrm/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өөрчлөх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has transformed your thinking.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/ˈdʒɜːrni/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аялал / замналт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journey these 89 days have been!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/ˌdɛdɪˈkeɪʃən/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зориулалт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dedication has been extraordinary.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proud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/praʊd/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бахархах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proud — you have earned this!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/əˈspaɪər/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хүсэмжлэх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you aspire to do with English?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/ˌɒpərˈtjuːnɪti/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боломж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has opened limitless opportunities.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/kəˈnɛkt/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холбох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connects you to the whole world.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/ɪkˈsprɛs/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илэрхийлэх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now express complex ideas freely.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limitless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/ˈlɪmɪtlɪs/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хязгааргүй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opportunities are now limitless!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/biˈɒnd/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цаад / дараагийн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lies beyond B1? C1 awaits!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Elaborate /ɪˈlæbərɪt/ — 4 syllables · Paraphrase /ˈpærəfreɪz/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— 4 үе: spon-TAY-nee-us. Perspective — 3 үе: per-SPEK-tiv. Accomplish — 3 үе: uh-KOM-plish.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All B1 grammar — free natural conversation using every structure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89 is FREE CONVERSATION — a celebration of everything you have learned! No new grammar today. Instead, use ALL your B1 tools naturally: Past Continuous · Mixed Conditionals · Present Perfect Continuous · Modals of deduction · Formal writing · Discourse markers · Wish · Indirect questions · Gerunds vs Infinitives · Causative have · Reported speech · Emphasis structures · Future Perfect · Concession clauses · Academic vocabulary. Speak for 25-30 minutes in natural B1 English. You have earned this day!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89-р өдөр чөлөөт яриа — суралцсан бүх зүйлийнхээ тэмдэглэл! Шинэ дүрэм байхгүй. Бүх B1 хэрэгслийг байгалийнаар хэрэглэ. Зорилго: 25-30 минут байгалийн B1 англиар ярих. Та энэ өдрийг заслаа!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toolkit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30+ structures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studying when English opened my world.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дэвшилтэт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Past+Cond.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started earlier, I'd be more fluent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 холбох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Modal+Wish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be proud. I wish I were at C1!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нарийн утга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Emphasis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love most IS the journey itself.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онцлон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Perf.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tomorrow, I'll have done something extraordinary!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ирээдүйн дуусах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CONVERSATION — use everything naturally: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tenses · Discourse markers · Modals for uncertainty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cleft sentences · Past Perfect for sequence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clauses for balanced arguments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 B1 дүрмийг байгалийн яриандаа хэрэглэ: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Цаг холбох · Discourse marker · Modal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Onцлон бүтэц · Past Perfect · Буултын хэсэг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NO restrictions. Speak freely! Although making mistakes is natural, don't let them stop you. What matters IS that you COMMUNICATE!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think? · HOW do you feel? · WHAT will you do next? · IF you could start again, WHAT would you do differently?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conversation tips: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worry about perfection — communicate!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discourse markers to link ideas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 uncertainty: It might be / I'm not sure...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 opinions: What I think is... / It seems to me...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Tell stories: I was doing X when Y happened...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Speculate: If I had done X, I would have...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every attempt IS a success!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know a word, PARAPHRASE — that's B1!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forget grammar, keep talking — fluency first!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mistake is NOT speaking — so SPEAK! ✅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Tell me about a time something unexpected happened while you were doing something. (Past Continuous!)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What will you have achieved by this time next year? (Future Perfect!)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What is it that you love most about the English language? (Emphasis!)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If you hadn't studied English, what would your life be like? (Mixed Conditional!)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Although English has been challenging, what has made it worthwhile? (Concession!)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She must be proud after 89 days! Describe how you feel using modals. (Modal deduction!)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Could you tell me what you plan to do after Book 3? (Indirect question!)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What do you enjoy doing most in English now? (Gerund!)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FREE CONVERSATION — all answers valid! Focus on using B1 structures naturally with confidence.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89 · ӨДӨР 89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89. One day before graduation.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Sarnai writes in her journal: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find most remarkable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how different I am from the girl who started Day 1.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sitting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my desk, wondering if I could ever speak English — and now I am writing this journal IN English, thinking IN English, sometimes even dreaming in English!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 the journey has been challenging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wish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that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started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even earlier.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likely 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tomorrow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have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most important day of my English journey so far.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thing that I know for certain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this: it is not the grammar that changed me —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the CONFIDENCE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And THAT is what English has truly given me."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find most remarkable is...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Намайг хамгийн гайхашруулдаг зүйл бол...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Emphasis — What I find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it has been challenging, it was worth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Хэцүү байсан ч гэсэн, үнэ цэнтэй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 — Although + clause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had started earlier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Эрт эхэлсэн байсан бол гэж харамсаж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 + had + past participle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likely that tomorrow will be important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Маргааш чухал байх магадлалтай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likely that + clause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not grammar that changed me — it is confidence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Намайг өөрчилсөн нь дүрэм биш — итгэл!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is...that emphasis (double cleft)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tomorrow, I will have completed the course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Маргааш болоход курсаа дуусгасан байх болно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Perfect + by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Tell me your English story — from Day 1 to today. Use as many B1 structures as you can!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is it that you are most proud of about your 89-day journey?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If you could give advice to someone starting Book 1, what would you tell them?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By this time tomorrow, you will have graduated. How do you feel?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Although you have reached B1, what do you still want to improve?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will you have done with your English in 5 years from now?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do you feel on Day 89?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What I feel most is pride — and I wish I could describe it better!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Tell me about your journey from Day 1.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was struggling with basic sentences. Now I speak freely!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If you had given up at Day 30, what would be different?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I'd stopped then, I would have missed the most important parts!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will you have achieved by tomorrow?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will have mastered B1 English — something I never imagined possible.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Although it was hard, was it worth it?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Every single day was worth it. It is the journey ITSELF that changed 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is it that English has truly given you?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English has given me a new way of seeing the world — and confidence!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Today is your FREE CONVERSATION day! Use EVERYTHING: conditionals, discourse markers, emphasis, causatives, passive, wish, modals. This is what 89 days of dedication looks like. Show the world!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89 · ӨДӨР 89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89 — FREE CONVERSATION! No rules — just speak! Bat, tell me about your 89-day journey. Go!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started, I was barely forming sentences. Although it was incredibly difficult, I kept going. What I've discovered is that English has been transforming not just my language skills, but my entire way of thinking. By tomorrow, I will have done something I am deeply proud of. And what I know is — this is just the beginning!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Extraordinary — Past Continuous, concession, emphasis, Future Perfect, mixed conditional — all naturally! Sarnai?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likely that no one who started this course could have imagined where we'd be now. I wish I had believed in myself sooner. Despite the fact that there were hard days, what strikes me most is how natural English now feels. If I hadn't persevered, I would have missed something truly life-changing. By tomorrow, a new version of me will have been born — one who speaks English!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proud. See you both at graduation tomorrow. You have earned every word of it.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has English been transforming for Bat?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his grammar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his language skills and entire way of thinking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his vocabulary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tense does Bat use for tomorrow?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Future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Present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Future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this 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just the beginning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hardest part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wish?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had started earlier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had believed in herself sooner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had more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concession clause does Sarnai use?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Despite the fact that there were hard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Although there were easy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Because there were hard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strikes Sarnai most?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how hard English 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how much vocabulary she knows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how natural English now feels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have happened if Sarnai hadn't persevered?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would have passed faster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would have missed something life-changing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would have found another course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teacher says she is 'beyond proud' — this means?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expected more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is disappointed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extremely proud, beyond words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grammar structures does the teacher list in Bat's 30-second answer?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three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four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Tomorrow is described as?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test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graduation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review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B1 free conversation — all structures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studying when she called. (was — PC)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What I find remarkable _____ the journey. (IS — emphasis)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If I _____ started earlier, I'd be even better. (had — mixed)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_____ it was hard, I never gave up. (Although — concession)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By tomorrow I _____ have completed 90 days! (will — FP)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It is _____ that English is the most valuable skill. (likely — probability)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Was studying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Future Perfect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What I love 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Concession clause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Will have finished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Past Continuous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Although it was hard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Emphasis structure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It is likely that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Expressing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ONLY: Speak about your 89-day journey for 5 minutes without stopping. Record yourself!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Review the 20 words from today — they describe YOU as a learner!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Re-read your favourite passage from any of the 89 days — notice how far you have come!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🎓 B1 GRADUATION DAY! Come ready to celebrate and speak freely in English!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1-was · 2-IS · 3-had · 4-Although · 5-will · 6-likely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3-A · 4-B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4-b · 5-a
6-c · 7-b · 8-c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89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чөлөөт яриаллын үг · 20 free conversation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Бүх B1 дүрмийг чөлөөтэй яриандаа хэрэглэсэн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89-р өдрийн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Чөлөөт яриа · 25-30 минут байгалийн B1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Бүх 6 ярих асуулт · All 6 speaking questions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🎉 DAY 89 COMPLETE! GRADUATION TOMORROW! 🎓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90: B1 Graduation Day 🎓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2026-04-12T11:07:16Z</dcterms:created>
  <dcterms:modified xsi:type="dcterms:W3CDTF">2026-04-12T11:07:16Z</dcterms:modified>
</cp:coreProperties>
</file>