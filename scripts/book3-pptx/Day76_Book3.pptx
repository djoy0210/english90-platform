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76 · ӨДӨР 76</a:t>
            </a:r>
            <a:endParaRPr lang="en-US" sz="850" dirty="0"/>
          </a:p>
        </p:txBody>
      </p:sp>
      <p:sp>
        <p:nvSpPr>
          <p:cNvPr id="9" name="Shape 7"/>
          <p:cNvSpPr/>
          <p:nvPr/>
        </p:nvSpPr>
        <p:spPr>
          <a:xfrm>
            <a:off x="1335024" y="347472"/>
            <a:ext cx="4498848" cy="237744"/>
          </a:xfrm>
          <a:prstGeom prst="rect">
            <a:avLst/>
          </a:prstGeom>
          <a:solidFill>
            <a:srgbClr val="8B4A00"/>
          </a:solidFill>
          <a:ln w="12700">
            <a:solidFill>
              <a:srgbClr val="8B4A0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Culture &amp; Customs  ·  Соёл &amp; Заншил</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Gerunds vs Infinitives — enjoy doing / want to do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8B4A00"/>
          </a:solidFill>
          <a:ln w="12700">
            <a:solidFill>
              <a:srgbClr val="8B4A00"/>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8B4A00"/>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8B4A00"/>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8B4A00"/>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8B4A00"/>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8B4A00"/>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enjoy doing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/ɪnˈdʒɔɪ ˈduːɪŋ/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хийхийг таашаадаг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enjoy learning new languages.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avoid doing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/əˈvɔɪd ˈduːɪŋ/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хийхээс зайлсхийдэг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avoids eating junk food.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finish doing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/ˈfɪnɪʃ ˈduːɪŋ/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хийж дуусдаг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Have you finished studying yet?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keep doing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/kiːp ˈduːɪŋ/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үргэлжлүүлэн хийдэг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Keep practising — you'll improve!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mind doing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/maɪnd ˈduːɪŋ/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хийхэд санаа зовдог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Do you mind sharing your notes?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want to do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/wɒnt tuː duː/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хийхийг хүсдэг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want to visit Korea someday.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hope to do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/hoʊp tuː duː/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хийнэ гэж найддаг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hope to be fluent by next year.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plan to do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/plæn tuː duː/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хийхийг төлөвлөдөг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plans to study abroad.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decide to do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/dɪˈsaɪd tuː duː/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хийхийг шийддэг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He decided to learn English.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manage to do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/ˈmænɪdʒ tuː duː/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хийж чаддаг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managed to pass the exam.</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stop doing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/stɒp ˈduːɪŋ/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хийхээ болидог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He stopped smoking last year.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stop to do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/stɒp tuː duː/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хийхийн тулд зогсдог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He stopped to read the sign.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remember doing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/rɪˈmɛmbər ˈduːɪŋ/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хийсэн болохоо санадаг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remember visiting the museum.</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remember to do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/rɪˈmɛmbər tuː duː/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хийхийг санадаг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Remember to submit your homework!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try doing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/traɪ ˈduːɪŋ/</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туршиж үзэхдэг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Try reading aloud — it helps!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try to do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/traɪ tuː duː/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хийхийг оролддог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try to study every 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tradition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/trəˈdɪʃən/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уламжлал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 is a tradition to bow when greeting.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custom</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/ˈkʌstəm/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заншил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 is a custom to remove shoes here.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practice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/ˈpræktɪs/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дадлага / заншил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practice of drinking tea is common.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8B4A00"/>
                          </a:solidFill>
                          <a:latin typeface="Calibri" pitchFamily="34" charset="0"/>
                          <a:ea typeface="Calibri" pitchFamily="34" charset="-122"/>
                          <a:cs typeface="Calibri" pitchFamily="34" charset="-120"/>
                        </a:rPr>
                        <a:t>ritual</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/ˈrɪtʃuəl/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ёслол / жаяг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Morning rituals help start the day well.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Gerund /ˈdʒɛrənd/ — 2 syllables · Infinitive /ɪnˈfɪnɪtɪv/ — 4 syllables</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Gerund — 2 үе: JER-und. Infinitive — 4 үе: in-FIN-ih-tiv. Tradition — 3 үе: truh-DIH-shun.</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Gerunds vs Infinitives — enjoy doing / want to do</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GERUNDS (verb + -ing) are used after: enjoy, avoid, finish, keep, mind, suggest, consider, practise, can't help, give up, miss, deny. INFINITIVES (to + base verb) are used after: want, hope, plan, decide, manage, agree, refuse, offer, fail, need, learn, expect. MEANING CHANGE with some verbs: 'stop SMOKING' (quit) vs 'stop TO SMOKE' (pause in order to). 'remember POSTING' (past action) vs 'remember TO POST' (future task). 'try READING aloud' (experiment) vs 'try TO READ' (make an effort).</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ГЕРУНД (үйл үг + -ing) — дараах үйл үгийн дараа: enjoy, avoid, finish, keep, mind, suggest, practise, give up, miss. ИНФИНИТИВ (to + үндсэн үйл үг) — дараах үйл үгийн дараа: want, hope, plan, decide, manage, agree, refuse, fail, need, learn, expect. УТГЫН ӨӨРЧЛӨЛТ: 'stop SMOKING' (байнга болих) vs 'stop TO SMOKE' (хийхийн тулд зогсох). 'remember POSTING' (өнгөрсөн) vs 'remember TO POST' (ирээдүй). 'try READING' (туршилт) vs 'try TO READ' (хичээх).</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417332"/>
                <a:gridCol w="536570"/>
                <a:gridCol w="536570"/>
                <a:gridCol w="536570"/>
                <a:gridCol w="53657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Rule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Gerund verbs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verb + -ing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enjoy studying English.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don't enjoy studying.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Do you enjoy studying?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Герунд (наалдсан үйл үгс)</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Infinitive verbs</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to + base verb</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want to visit Korea.</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don't want to go.</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Do you want to go?</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Инфинитив (наалдсан үйл үгс)</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stop + -ing</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permanently quit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He stopped smoking. (quit)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Did he stop smoking?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байнга болих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stop + to</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pause in order to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He stopped to smoke. (paused)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Did he stop to buy water?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хийхийн тулд зогсох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remember + -ing</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past memory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remember meeting her. (past)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Do you remember meeting her?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хийсэн болохоо санах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GERUND verbs: enjoy / avoid / finish / keep / mind / miss / give up / practise</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INFINITIVE verbs: want / hope / plan / decide / manage / agree / refuse / fail</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MEANING CHANGE: stop -ing (quit) · stop to (pause) · remember -ing (past) · remember to (future)</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ГЕРУНД: enjoy / avoid / finish / keep / mind — эдгээрийн дараа -ING</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ИНФИНИТИВ: want / hope / plan / decide — эдгээрийн дараа TO</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УТГА ӨӨРЧЛӨГДДӨГ: stop + -ing vs stop + to!</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Rules &amp; Usage</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I AVOID EATING junk food. I STOPPED SMOKING last year. I DON'T WANT TO go. She REFUSED TO help.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Do you ENJOY STUDYING? Do you WANT TO travel? Did he STOP SMOKING? Do you REMEMBER SEEING her?</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enjoy/avoid/finish/keep/mind + GERUND</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want/hope/plan/decide/manage + INFINITIVE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stop + -ing = quit permanently</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stop + to = pause in order to do</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remember + -ing = past event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remember + to = don't forget (future!)</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enjoy to study English.  ✅ I enjoy STUDYING English. (enjoy + gerund!)</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She wants studying abroad.  ✅ She wants TO STUDY abroad. (want + infinitive!)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He stopped to smoke. (meaning: he paused to have a cigarette!)  ✅ He stopped SMOKING. (if he quit!)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Remember posting the letter! (means you already did it!)  ✅ Remember TO POST the letter! (future reminder!)</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I enjoy _____ new languages. (learn → gerund)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She avoided _____ junk food. (eat → gerund)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She wants _____ Korea someday. (visit → infinitive)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He decided _____ English seriously. (study → infinitive)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He stopped _____ last year. (smoke → gerund = quit)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Do you mind _____ your notes? (share → gerund)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Remember _____ your homework! (submit → infinitive)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She managed _____ the exam. (pass → infinitive)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1-learning · 2-to visit · 3-smoking · 4-to submit · 5-eating · 6-to study · 7-sharing · 8-to pass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76 · ӨДӨР 76</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8B4A00"/>
                </a:solidFill>
                <a:latin typeface="Georgia" pitchFamily="34" charset="0"/>
                <a:ea typeface="Georgia" pitchFamily="34" charset="-122"/>
                <a:cs typeface="Georgia" pitchFamily="34" charset="-120"/>
              </a:rPr>
              <a:t>Bat loves learning about different cultures.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He enjoys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reading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about customs from around the world. He has decided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to study</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Korean culture because he plans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to visit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Seoul next year. He practises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bowing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 a Korean greeting custom — every morning! He has also given up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eating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late at night because Korean culture values healthy routines. He hopes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to learn</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enough Korean phrases to be polite when he arrives. His teacher says: "Remember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to respect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local customs — and keep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practising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your English! You can't stop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growing</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now — you're too close to the finish!"</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enjoy learning new languages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шинэ хэл сурахыг таашаадаг</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enjoy + gerund (-ing)</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She wants to visit Korea</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Солонгос очихыг хүсдэг</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want + infinitive (to)</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He stopped smoking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тамхи татахаа болисон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stop + gerund = quit permanently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He stopped to read the sign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тэмдэг уншихын тулд зогссон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stop + infinitive = paused in order to</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Remember to submit your homework!</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Даалгавраа оруулахаа мартаж болохгүй!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remember + to = future reminder</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She managed to pass the exam</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шалгалтанд тэнцэж чадсан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manage + infinitive = succeed in doing</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What activities do you enjoy doing in your free time? (use gerund!)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What do you plan to do after finishing Book 3? (use infinitive!)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Name something you avoid doing and explain why.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Have you ever stopped doing something bad? What was it?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What cultural customs do you enjoy practising?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Is there something you keep forgetting to do? (use infinitive!)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What do you enjoy doing on weekends?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I enjoy reading English books and watching Korean dramas!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Do you plan to visit Korea someday?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I've decided to go next summer if I can save enough.</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Have you stopped eating junk food?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I'm trying to! I've avoided buying it for a month now.</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Do you remember visiting Khövsgöl Lake as a child?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Yes! I remember seeing it for the first time — it was magical.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Remember to bring your passport when you travel!</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Of course! I've already started planning to get a new one.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do you keep forgetting to do?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keep forgetting to review my old vocabulary! I'll try to fix that.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B1 Tip: Gerunds and infinitives are used constantly in natural English! 'I enjoy STUDYING.' vs 'I want TO STUDY.' The difference often changes meaning: 'I stopped TALKING' (I quit) vs 'I stopped TO TALK' (I paused in order to talk).</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76 · ӨДӨР 76</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gerunds vs infinitives! I'll name a verb — you tell me: gerund or infinitive? 'Enjoy'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Gerund! I enjoy STUDYING English every day.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'Want'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Infinitive! I want TO VISIT Paris and paint the Seine!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'Stop' — but careful! Give me both uses.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Stop + gerund = quit: 'I stopped eating sugar.' Stop + infinitive = pause: 'I stopped to buy water on the way home.'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Excellent! Sarnai — 'remember' — again, both uses please.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Remember + gerund = past: 'I remember meeting you at the art fair.' Remember + infinitive = future reminder: 'Remember to bring your sketchbook tomorrow!'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Both of you have mastered this beautifully! These are the details that make English truly fluent.</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'Enjoy' takes which form?</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infinitive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gerund (-ing)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base verb</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'Want' takes which form?</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gerund (-ing)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base verb</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infinitive (to)</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'I stopped smoking' means...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 paused to have a cigarette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 quit smoking permanently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 tried to smoke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'I stopped to buy water' means...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 quit buying water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 paused in order to buy water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 tried to buy water</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'Remember MEETING you' — what does this mean?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Don't forget to meet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 have a memory of meeting you in the past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 plan to meet you</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'Remember TO BRING your book' — what does this mean?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You already brought it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You met someone with a book</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Don't forget to bring it in the future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Which verb takes a gerund?</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want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plan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avoid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Which verb takes an infinitive?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enjoy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decide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keep</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'She managed to pass' means...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she failed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she tried but couldn't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she succeeded in passing</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'Try READING aloud' vs 'Try TO READ' — the difference is...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both mean the same thing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-ing = experiment · to = make an effort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-ing = past · to = future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gerund (-ing) or infinitive (to + verb)</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I enjoy _____ new languages. (learn → -ing)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She wants _____ Korea. (visit →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He stopped _____ last year. (smoke → -ing = quit)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Remember _____ your homework! (submit →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She avoided _____ junk food. (eat → -ing)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She managed _____ the exam. (pass →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enjoy + -ing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хийхийн тулд зогсох</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want +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хийсэн болохоо санах</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stop + -ing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хийхийг таашаадаг</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stop + to</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хийхийг хүсдэг</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remember + -ing</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байнга болих</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5 gerund sentences and 5 infinitive sentences about your daily life.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Write the correct form (gerund or infinitive) after: enjoy, want, avoid, plan, finish, hope, keep, decide, mind, manage.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Tell a partner 3 things you enjoy doing, 3 things you want to do, and 1 thing you've stopped doing.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Gerund (-ing): enjoy/avoid/finish/keep/mind · Infinitive (to): want/hope/plan/decide/manage · Meaning change: stop/remember/try!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1-learning · 2-to visit · 3-smoking · 4-to submit · 5-eating · 6-to pass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1-C · 2-D · 3-E · 4-A · 5-B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2-c · 3-b · 4-b · 5-b
6-c · 7-c · 8-b · 9-c · 10-b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76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соёл, заншлын үг · 20 culture/custom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Gerunds vs Infinitives — enjoy doing / want to do</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Соёлын тухай уншсан · Read about culture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Speaking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Gerund ба Infinitive-ийн ялгааг сурсан</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77: Environment &amp; Nature — Advanced Passive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2026-04-10T16:11:30Z</dcterms:created>
  <dcterms:modified xsi:type="dcterms:W3CDTF">2026-04-10T16:11:30Z</dcterms:modified>
</cp:coreProperties>
</file>