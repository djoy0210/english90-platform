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 · ӨДӨР 75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0D5C7B"/>
          </a:solidFill>
          <a:ln w="12700">
            <a:solidFill>
              <a:srgbClr val="0D5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Tourism  ·  Аялал &amp; Жуулчлал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Indirect questions — Could you tell me where...? / Do you know if...?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0D5C7B"/>
          </a:solidFill>
          <a:ln w="12700">
            <a:solidFill>
              <a:srgbClr val="0D5C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B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tell 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/kʊd juː tɛl miː/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Надад хэлж чадах уу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tell me where the hotel is?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know if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/duː juː noʊ ɪf/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гэж мэдэх үү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know if the tour is available?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wonder if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ˈwʌndər ɪf/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гэж сонирхож байна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wonder if you could help 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mind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/wʊd juː maɪnd/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санаа зовохгүй юу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mind telling me...?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like to know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/aɪd laɪk tuː noʊ/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мэдэхийг хүсч байна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like to know what time it opens.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/ˈpɑːspɔːrt/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паспорт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tell me where to get a passport?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/ˈkʌstəmz/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гаалийн шалгалт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know if customs is strict here?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itinerary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/aɪˈtɪnərəri/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аялалын хуваарь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tell me the itinerary?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 exchange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/ˈkʌrənsi ɪksˈtʃeɪndʒ/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валют солих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know where I can exchange currency?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/tʃɛk ɪn/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бүртгэлд орох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tell me when check-in starts?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/dɪˈpɑːrtʃər/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хөдөлж явах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know what time departure is?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/ˈlændmɑːrk/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алдарт дурсгалт газар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tell me where the landmark is?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accommodation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/əˌkɒməˈdeɪʃən/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байрлах газар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like to know about the accommodation.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/ˌrɛzərˈveɪʃən/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урьдчилан захиалга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confirm my reservation?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tour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/ˈɡaɪdɪd tʊər/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хөтөчтэй аялал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know if there are guided tours?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/fɛər/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тариф / үнэ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tell me the bus fare?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/ˈplætfɔːrm/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 / тавцан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know which platform the train leaves from?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luggage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/ˈlʌɡɪdʒ/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тээш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wonder if I can leave my luggage here.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sightseeing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/ˈsaɪtˌsiːɪŋ/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дурсгалт газар үзэх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know the best sightseeing spots?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/ˌrɛkəˈmɛnd/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санал болгох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tell me what you'd recommend?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Itinerary /aɪˈtɪnərəri/ — 4 syllables · Accommodation /əˌkɒməˈdeɪʃən/ — 5 syllables!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 — 4 үе: eye-TIN-er-air-ee. Accommodation — 5 үе: uh-kom-uh-DAY-shun. Departure — 3 үе: dih-PAR-chur.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Indirect questions — Could you tell me where...? / Do you know if...?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QUESTIONS are more polite than direct questions. They use statement word order (not question word order). Direct: 'Where IS the hotel?' → Indirect: 'Could you tell me where the hotel IS?' (normal order, no inversion). Direct: 'Is the tour available?' → Indirect: 'Do you know IF the tour is available?' (use if/whether for yes/no questions). Key: NO question mark in indirect questions that use could/would. The sentence ends with a period if it is a polite statement, or ? if it is genuinely a question.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ШУУД БУС АСУУЛТ нь шууд асуултаас илүү зохистой. Тэд өгүүлбэрийн үгийн дарааллыг (асуултын биш) хэрэглэдэг. Шууд: 'Where IS the hotel?' → Шууд бус: 'Could you tell me where the hotel IS?' (хэвийн дараалал, эргүүлэлт байхгүй). Тийм/Үгүй асуултад: 'Do you know IF the tour is available?' (if/whether хэрэглэнэ). ЧУХАЛ: Шууд бус асуулт дахь үгийн дараалал — асуулт биш, өгүүлбэрийн дараалал!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tell 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statement word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tell me where the hotel is?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(this IS the question)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шууд бус асуулт (wh-)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know if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if/whether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know if the tour is free?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(this IS the question)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шууд бус асуулт (yes/no)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wonder if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statement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wonder if you could help 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(polite statement)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зохистой санаа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like to know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statement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like to know what time it opens.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(polite request)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мэдэхийг хүсэх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→ Indirect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order change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is the hotel? → where the hotel IS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дарааллын өөрчлөлт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question → Indirect question: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hotel? → Could you tell me where the hotel IS? (verb after subject!)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tour free? → Do you know IF the tour is free? (if + statement order)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ШУУД: Where IS the station? (асуултын дараалал)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ШУУД БУС: Could you tell me where the station IS? (өгүүлбэрийн дараалал)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Тийм/үгүй асуулт: Do you know IF...? / whether...?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tell me where the hotel IS NOT located? · Do you know if there ARE NO tours today? · I wonder if you CAN'T help me?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TELL ME where...? · Do you KNOW if...? · I WONDER whether...? · Would you MIND telling me...?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Indirect = polite! Use in formal situations.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Wh-question → where + subject + VERB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Yes/No question → if/whether + subject + verb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inversion in indirect questions!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Could you tell me what time it IS? (not 'is it'!)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Could you tell me where is the hotel?  ✅ Could you tell me where THE HOTEL IS? (no inversion!)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Do you know if is the tour free?  ✅ Do you know if THE TOUR IS free?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wonder if can you help me.  ✅ I wonder if YOU CAN help me.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Could you tell me what time does it open?  ✅ Could you tell me what time IT OPENS?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Where is the hotel? → Could you tell me where _____ is? (the hotel)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Is the tour expensive? → Do you know if the tour _____? (is expensive)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What time does it open? → I'd like to know what time _____. (it opens)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Where can I exchange currency? → Do you know where _____? (I can exchange)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Is the museum free? → Do you know if _____? (the museum is free)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How far is the station? → Could you tell me how far _____? (the station 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When does the train leave? → Could you tell me when _____? (the train leaves)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Where are the toilets? → I wonder where _____. (the toilets are)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1-the hotel · 2-it opens · 3-the museum is free · 4-the train leaves · 5-is expensive · 6-I can exchange · 7-the station is · 8-the toilets are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 · ӨДӨР 75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0D5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arrives in Seoul for the first time and uses indirect questions.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airport, he asks: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you tell me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where the currency exchange is?" He finds it, then asks a local: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know if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 is a metro line to the city centre?" At the hotel, he says: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I'd like to know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time check-in is." At a famous landmark, he asks a guide: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you tell me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history of this palace?" On his last day, he asks at the tourism office: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know if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 are any guided tours tomorrow morning?" The staff say: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wonder if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know — your Korean is excellent!" Bat laughs: "It is actually English — but thank you!"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tell me where the hotel is?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Зочид буудал хаана байгааг хэлж чадах уу?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tell me + statement order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know if the tour is free?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Аялал үнэгүй эсэхийг мэдэх үү?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know if + subject +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like to know what time it opens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Хэзээ нээдгийг мэдэхийг хүсч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like to know + statement order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wonder if you could help 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Тусалж чадах уу гэж сонирхож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wonder if + polite statement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tell me where I can exchange currency?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Валют хаана солих боломжтойг хэлж чадах уу?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tell me + where I can...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mind telling me the way to...?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-ийн замыг хэлж өгөхөд санаа зовохгүй юу?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mind telling me...?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Transform: 'Where is the nearest shop?' → indirect question.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Transform: 'Is the museum open today?' → indirect question.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Transform: 'What time does the last bus leave?' → indirect question.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When would you use indirect questions in real life?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Ask me 3 indirect questions about this English course!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You are at a hotel reception — use 3 indirect questions to get information.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Excuse me, could you tell me where the station is?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Of course! It's about 10 minutes' walk from here.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know if there is a direct train to the airport?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Yes, there is. It leaves every 30 minutes.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 wonder if you could tell me the ticket price.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Certainly — it's 2,500 won for a single ticket.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Could you tell me what time the last train is?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The last train leaves at 11:30 PM.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know if I can buy tickets at the station?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Yes, or online — online is usually cheaper!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I'd like to know if there are luggage lockers at the station.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There are! Level B1, near the main entrance.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Indirect questions are much more polite than direct ones! 'Where is the station?' sounds abrupt. 'Could you tell me where the station is?' sounds sophisticated and polite. Use these everywhere — shops, hotels, interviews!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 · ӨДӨР 75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indirect questions! I'll say a direct question — you make it indirect. Ready? 'Where is the nearest café?'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tell me where the nearest café is? — Notice: 'is' comes AFTER 'café', not before!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Perfect! 'Is the museum free?'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know if the museum is free? — I used 'if' because it's a yes/no question!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'What time does the last train leave?'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tell me what time the last train leaves? — 'leaves', not 'does leave', because indirect questions use statement word order!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both understood perfectly! Indirect questions make you sound so much more polite and sophisticated — essential for travel, work, and everyday life in English!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Bat transform 'Where is the café'?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Could you tell me where is the café?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Could you tell me where the café is?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Do you know where is the café?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Bat say 'is' comes after 'café'?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because of grammar rules he memorized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because indirect questions use statement order, not question order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because it sounds better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use for a yes/no indirect question?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whether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Sarnai transform 'Is the museum free'?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Do you know if the museum is free?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Do you know if is the museum free?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Could you tell me if free is the museum?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Bat transform 'What time does the train leave'?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Could you tell me what time does the train leave?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Could you tell me what time the last train leaves?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Do you know when leaves the train?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use 'leaves' not 'does leave'?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it's shorter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indirect questions use statement word order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it's a different tense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indirect questions are 'essential' for?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grammar tests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travel, work, and everyday life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only formal writing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is MORE polite?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'Where is the station?'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'Could you tell me where the station is?'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are equally polite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'Do you know IF...' is used for...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all indirect questions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wh- questions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yes/no questions (is it...? does it...?)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key rule for indirect question word order is...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same as direct questions (inversion)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question word + does/is + subject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statement order: subject + verb (no inversion!)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indirect questions — statement word order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Where is the hotel? → Could you tell me where _____ is? (the hotel)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What time does it open? → I'd like to know what time _____. (it opens)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Is the museum free? → Do you know if _____? (the museum is free)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When does the train leave? → Could you tell me when _____? (the train leaves)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Where can I exchange currency? → Do you know where _____? (I can exchange currency)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How far is the station? → Could you tell me how far _____? (the station is)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Could you tell 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зохистой санаа илэрхийлэх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Do you know if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wh- асуулт → шууд бус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wonder if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тийм/үгүй асуулт → шууд бус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I'd like to know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зохистой хүсэлт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Would you mind telling 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маш зохистой хүсэлт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Transform these 5 direct questions into indirect: Where are the toilets? Is the tour guided? What time does it close? How much does it cost? Can I park here?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Role-play arriving at a new hotel — write 6 indirect questions you would ask at reception.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Ask a partner 5 indirect questions about this English course. They answer naturally!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Direct → Indirect: statement order (no inversion!) · Wh-: Could you tell me where it IS · Yes/No: Do you know IF...?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1-the hotel · 2-it opens · 3-the museum is free · 4-the train leaves · 5-I can exchange currency · 6-the station is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3-A · 4-D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3-c · 4-a · 5-b
6-b · 7-b · 8-b · 9-c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75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аяллын үг · 20 travel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Indirect questions — Could you tell me / Do you know if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Сөүлийн аяллын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Шууд бус асуулт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76: Culture &amp; Customs — Gerunds vs Infinitives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2026-04-10T11:19:47Z</dcterms:created>
  <dcterms:modified xsi:type="dcterms:W3CDTF">2026-04-10T11:19:47Z</dcterms:modified>
</cp:coreProperties>
</file>