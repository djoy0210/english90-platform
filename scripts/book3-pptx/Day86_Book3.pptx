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86 · ӨДӨР 86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Culture  ·  Урлаг &amp; Соёл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Emphasis structures — What I love is... / It is English that... / The thing that...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/wɒt aɪ lʌv 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таалагддаг зүйл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 the way art speaks.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/wɒt ˈmætərz 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зүйл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is the message, not style.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is...that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/ɪt ɪz...ðæt/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яг ... юм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English that opened my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θɪŋ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нь яг тэр зүйл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inspires me most is art.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me 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/wɒt straɪks miː 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гайхашруулдаг зүйл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me is the depth of her work.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masterpiece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/ˈmɑːstərpiːs/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шилдэг бүтээл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painting is a true masterpiece.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/ˈæbstrækt/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хийсвэрлэсэн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love abstract art — it makes you think.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sculpture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/ˈskʌlptʃər/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хөшөө / хийцлэл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sculpture was carved from stone.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/ˌɛksɪˈbɪʃən/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үзэсгэлэн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exhibition has been visited by thousands.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gallery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/ˈɡæləri/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галлерей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visit the gallery every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/ɪnˈtɜːrprɪt/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тайлбарлах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interpret this painting?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/ɪˈvoʊk/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дуудах / татах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music evokes strong emotions.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/kənˈveɪ/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дамжуулах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this artwork convey?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/prəˈfaʊnd/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гүн / ухаалаг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film has a profound message.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/kənˈtɛmpərəri/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орчин үеийн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art is often controversial.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/ˈhɛrɪtɪdʒ/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өв соёл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Mongolia's cultural heritage is rich.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aesthetic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/ɛsˈθɛtɪk/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сэтгэл зүйн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appreciate the aesthetic of this piece.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/ˈsɪmbəlaɪz/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бэлэгдэх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horse symbolises freedom in Mongolia.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portray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/pɔːrˈtreɪ/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дүрслэх / харуулах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painting portrays everyday life.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/ˈrɛzəneɪt/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нийцэх / дуурсах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artwork resonates with me deeply.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Aesthetic /ɛsˈθɛtɪk/ — 3 syllables · Masterpiece /ˈmɑːstərpiːs/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— 5 үе: kun-TEM-puh-rair-ee. Profound — 2 үе: pruh-FOUND. Symbolise — 3 үе: SIM-buh-lyz.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Emphasis structures — What I love is... / It is English that... / The thing that...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STRUCTURES (cleft sentences) highlight one part of a sentence. Type 1: WHAT + S + V + IS: 'What I love IS the colour.' Type 2: IT IS + emphasis + THAT: 'It IS English THAT changed my life.' Type 3: THE THING THAT + clause: 'The thing that strikes me IS the detail.' These structures make simple statements dramatic and emphatic. Common in discussions about art, culture, and personal opinions.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ОНЦЛОН БҮТЭЦ нь өгүүлбэрийн нэг хэсгийг тусгайлан онцолдог. 1: WHAT + S + V + IS: 'What I love IS the colour.' 2: IT IS + онцлол + THAT: 'It IS English THAT changed my life.' 3: THE THING THAT + өгүүлбэр + IS: 'The thing that strikes me IS the detail.' Итгэлтэй B1+ ярианд нийтлэг. Урлаг, соёл, санал бодлын хэлэлцүүлэгт гол хэрэгслэл!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 the colour.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don't love is the cost.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you love about it?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таалагддаг зүйл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is...that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emphasis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English that opened my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isn't money that matters.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English that you love?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яг ... юм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emphasis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strikes me is depth.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doesn't work is...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thing that strikes you?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нь яг тэр зүйл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is the message.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doesn't matter is style.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most to you?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зүйл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me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me is the beauty.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you most?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гайхашруулдаг зүйл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love IS... · What matters IS... · It IS English THAT...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strikes me IS... · What I find fascinating IS...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IS/WAS follows the emphasis pattern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love IS... (IS нь онцлолын хэсгийн өмнө)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English THAT... (IT IS ... THAT хэлбэр)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strikes me IS... хэлбэр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DON'T love is the noise. It ISN'T money that matters — it's kindness. The thing that DOESN'T inspire me is repetition.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that you love? IS it English THAT inspires you? WHAT is THE THING that strikes you about this painting?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+ S + V + IS = emphasise preference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+ X + that = emphasise specific element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thing that + V + IS = emphasise detail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matters/strikes/fascinates + IS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add extra 'it': What I love IS (not 'it is'!)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What I love it is the colour.  ✅ What I love IS the colour. (no extra 'it'!)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English which changed my life.  ✅ It is English THAT changed my life.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thing that strikes me it is depth.  ✅ The thing that strikes me IS depth.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What matters is to be happy.  ✅ What matters IS happiness. (noun after IS)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I love about art is the colours. (What)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It is _____ that I appreciate most. (creativity)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_____ English that opened my world. (is)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find fascinating is the technique. (What)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thing that _____ me most is the detail. (strikes)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matters is the message, not the style. (What)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strikes me about Mongolia is its culture. (What)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It is the _____ that defines a great artist. (dedication)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1-What · 2-is · 3-strikes · 4-What · 5-creativity · 6-What · 7-What · 8-dedication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86 · ӨДӨР 86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speaks at a school art exhibition.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love most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painting is the ability to express what words cannot.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 that strikes me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Mongolian art is how it captures both the vastness of the steppe and the intimacy of nomadic life in a single image.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art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language alone,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connects us across cultures and centuries.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matters most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me is not perfection — it is honesty.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find most profound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when a viewer sees something in my work that even I had not consciously intended.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THAT moment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shared discovery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makes creating worthwhile."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about art is...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Урлагын тухай намайг таалагддаг зүйл бол...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+ S + V + IS 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English that changed my life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амьдралыг өөрчилсөн нь яг англи хэл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+ X + that cleft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strikes me is the 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гайхашруулдаг зүйл нь нарийвчлал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+ V +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most is honesty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чухал зүйл бол шударга байдал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+ IS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find fascinating is the technique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сонирхуулдаг зүйл нь техник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find + adj +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that moment of discovery that...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Яг тэр нээлтийн мөч бол...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'that' cleft for 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Complete: 'What I love about English is...'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Complete: 'It is ___ that I find most inspiring about Mongolia.'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Complete: 'The thing that strikes me about learning languages is...'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Complete: 'What matters most to me in life is...'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Describe why you study English using an emphasis structure!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is it that you will miss most about this course?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think about this painting?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strikes me most is the use of colour — it's breathtaking.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it the colour that attracts you, or the subject?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the emotion it conveys that I find most powerful.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love about Mongolian art?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I love is how it captures both landscape and spirit together.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matters most to a great artist?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 thing that matters most is honesty — saying something true.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it talent or practice that makes a great artist?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dedication, not just talent, that creates a masterpiece.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it that you find profound about this course?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I find most profound is how English has changed who I am!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Emphasis structures ('cleft sentences') make your speech dramatically more expressive! 'English is important' is plain. 'What I love about English is the way it connects people' is B1+ — it says so much more!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86 · ӨДӨР 86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emphasis structures! Bat, tell me what you love about English — use an emphasis structure!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love most about English is the way it connects me with people from every corner of the world!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Beautiful! Sarnai — use 'It is... that'.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art AND English combined that I find most powerful. It is that combination that has truly transformed my life!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Wonderful! Now 'the thing that'.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strikes me most about this course is how much I have grown — not just in English, but in how I think and express myself.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Profound, Bat. And it is exactly what language learning at its best does — it is the WHOLE PERSON that changes, not just the grammar!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English does?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makes him smarter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connects him with people worldwide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opens job opportunities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emphasis structure does Bat use?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is...that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thing 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What I love most IS...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she finds most powerful?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English alone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art alone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combination of art AND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has 'truly transformed' Sarnai's life?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this textbook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that combination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her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has struck him most about the course?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grammar rules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how much he has grown as a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vocabulary size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has changed — not just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his accent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his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how he thinks and expresses himself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changes in language learning?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grammar knowledge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whole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'What I love IS...' — the emphasis falls 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'What'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what comes after 'IS'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'I'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'It is English THAT changed my life' — what is emphasised?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my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changing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Cleft sentences are used to...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simplify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avoid repetition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highlight a specific element dramatically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emphasis — What/It is/The thing that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I love about art is the colours. (What)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_____ English that opened my world. (is)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thing that _____ me most is the detail. (strikes)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matters most is the message. (What)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It is _____ that I appreciate most. (creativity)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find fascinating is the technique. (What)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What I love 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яг ... юм (онцлол)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is...that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намайг гайхашруулдаг зүйл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thing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намайг таалагддаг зүйл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What strikes me 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чухал зүйл бол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What matters 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... нь яг тэр зүйл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emphasis sentences about what you love/find/think about English or Mongolia.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Use 'What I love is...', 'It is...that', and 'The thing that...' to describe a painting or film.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Describe why you study English using ONLY emphasis structures — at least 3 different types!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What + S + V + IS · It is + X + that · The thing that + V + IS · What matters/strikes + IS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1-What · 2-is · 3-strikes · 4-What · 5-creativity · 6-What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3-E · 4-B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3-c · 4-b · 5-b
6-c · 7-c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86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урлагийн үг · 20 art/culture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Emphasis structures — What I love is / It is...that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Сарнайн ярианы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Expressive speaking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Онцлон бүтэц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87: Technology &amp; Future — Future Perfect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2026-04-12T11:07:16Z</dcterms:created>
  <dcterms:modified xsi:type="dcterms:W3CDTF">2026-04-12T11:07:16Z</dcterms:modified>
</cp:coreProperties>
</file>