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62 · ӨДӨР 62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Interruptions &amp; Events  ·  Таслалт &amp; Үйл явдлууд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Past Simple vs Past Continuous — when and while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8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/ˌɪntəˈrʌpt/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таслах / саад болох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interrupt me when I'm speaking!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distract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/dɪˈstrækt/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анхаарал нь тасрах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always distracts 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/ˈkɒnsəntreɪt/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анхаарлаа төвлөрүүлэх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 concentrating when he arrived.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/ˈnoʊtɪs/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анзаарах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noticed something strange while walking.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/ˈrɪəlaɪz/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ухаарах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suddenly realized I was lost.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collapse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/kəˈlæps/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нурах / унах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shelf collapsed while I was sleeping.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/drɒp/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унагах / дусах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dropped my phone while running.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/slɪp/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гулсах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slipped while she was walking.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/trɪp/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бүдрэх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tripped while he was running.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/kræʃ/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мөргөлдөх / нурах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computer crashed while I was working.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/spɒt/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ажиглах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spotted him while I was waiting.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сонсох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heard a noise while I was studying.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/smɛl/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үнэр мэдрэх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smelled smoke while sleeping.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/rʌʃ/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яарах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rushed out while it was raining.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freeze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/friːz/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хөлдөх / хөдлөхгүй болох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froze when I heard the sound.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/skriːm/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хашгирах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screamed when she saw it.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away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/rʌn əˈweɪ/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дүрвэх / зугтах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ran away when he heard the noise.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up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/lʊk ʌp/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дээш харах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looked up when I heard my name.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around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/tɜːrn əˈraʊnd/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эргэж харах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turned around when he called.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4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/dʒʌmp/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үсрэх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jumped when the alarm went off.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Interrupt /ˌɪntəˈrʌpt/ — stress on last syllable · Concentrate /ˈkɒnsəntreɪt/ — stress on 1st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— 3 үе: in-ter-RUPT. Concentrate — 3 үе: KON-sen-trayt. Realize — 3 үе: REE-uh-lyz.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Past Simple vs Past Continuous — when and while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PAST CONTINUOUS + WHEN + PAST SIMPLE = a longer action interrupted by a shorter one. 'I WAS SLEEPING (long) WHEN the phone RANG (short, interrupted).' PAST SIMPLE + WHILE + PAST CONTINUOUS = the same idea from a different angle. 'The phone RANG (simple) WHILE I WAS SLEEPING (continuous).' Both mean the same! WHEN + Past Simple = two completed actions in sequence: 'WHEN she arrived, I LEFT.' (first she arrived, then I left).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 ДҮРЭМ: PAST CONTINUOUS + WHEN + PAST SIMPLE = урт үйлдлийг богино үйлдэл таслана. 'I WAS SLEEPING WHEN the phone RANG.' PAST SIMPLE + WHILE + PAST CONTINUOUS = ижил санаа өөр өнцгөөс. 'The phone RANG WHILE I WAS SLEEPING.' Хоёул ижил утгатай! WHEN + Past Simple + Past Simple = дараалсан хоёр дууссан үйлдэл: 'WHEN she arrived, I LEFT.' (эхлээд тэр ирсэн, дараа нь би явсан).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was/were + -ing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+ Past Simple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 sleeping when it rang.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wasn't sleeping when it rang.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Were you sleeping when it rang?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урт үйлдлийг таслав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+ was/were -ing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rang while I was sleeping.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didn't ring while I was sleeping.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it ring while you were sleeping?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богино үйлдэл + арын үйлдэл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+ 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+ 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she arrived, I left.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she left, I didn't go.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did you leave?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дараалсан хоёр үйлдэл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I studied, she cooked.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did you do while...?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зэрэг хоёр үйлдэл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moment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I was leaving, I saw him.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 as you were leaving?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яг тэр мөчид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Continuous → background/interrupted action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Simple → completed action / interruption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= two actions at same time · WHEN = one interrupts OR two in sequence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— зэрэг явагдаж байсан хоёр үйлдэл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нэг үйлдэл нөгөөг нь таслах ЭСВЭЛ дараалсан хоёр үйлдэл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Контекстээс харна уу!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WASN'T sleeping when you called — I was studying! She WASN'T cooking while he was watching — she was reading.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were you doing WHEN she arrived?  WERE you sleeping WHILE I was working?  WHEN did you realize you were lost?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PC + WHEN + PS = interrupted action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 + WHILE + PC = same but other way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+ PS + PS = two events in sequence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WHILE always needs continuous tense!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 = at the same moment (literary)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slept when she arrived.  Depends! If interrupted: ✅ I WAS SLEEPING when she arrived. If then she arrived: ✅ When she arrived, I went to sleep.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While I studied, she cooked.  ✅ While I WAS STUDYING, she WAS COOKING.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was sleeping while the phone rang.  ✅ I was sleeping WHEN the phone rang. (rang=brief, use when)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As I left, I was seeing him.  ✅ As I WAS LEAVING, I SAW him.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studying when she called. (was)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While she _____ cooking, he watched TV. (was)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The storm started while we _____ hiking. (were)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When the alarm _____, I was dreaming. (went off)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When she _____, I left the room. (arrived)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As I _____ the door, I heard a strange noise. (was opening)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He _____ while he was running. (tripped)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What _____ you doing when it happened? (were)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1-was · 2-were · 3-arrived · 4-tripped · 5-was · 6-went off · 7-was opening · 8-were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62 · ӨДӨР 62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4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experienced a memorable day last week.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walking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school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listening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an English podcast when he suddenly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tripped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 a crack in the pavement. While 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trying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balance, his bag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all his books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across the street. A kind woman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passing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and immediately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stopped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help. As they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picking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up the books, it suddenly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raining. They both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looked up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the sky at the same moment and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laughed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 "Of course!" Bat said.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was sleeping when it rang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Дуугарах үед би унтаж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 + when + PS (interrupted)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rang while I was sleeping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унтаж байх зуур дуугарсан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 + while + PC (same meaning)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she arrived, I left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ирэхэд би явсан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 + PS in sequence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I was leaving, I saw him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Явж байх зуур түүнийг харсан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+ PC + PS (same moment)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we were hiking, it started raining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Бид явган аялж байх зуур бороо орж эхэлсэн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+ PC (background)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tripped while he was running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Гүйж байх зуур тэр бүдэрсэн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 (completed) + while + PC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Tell me something unexpected that happened while you were doing something else.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What were you doing when you heard some big news recently?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Has anything ever broken or fallen while you were using it?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What happened the last time someone interrupted you while you were studying?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Describe a time when you were concentrating and something surprised you.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What were you doing when 2025 began?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happened to you this morning?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was running to the bus when I tripped and fell!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Were you okay?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Yes, luckily! But I dropped my phone while I was falling.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Was it broken?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No! It was fine. But when I picked it up, the bus had gone.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did you do?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walked to school. It started raining while I was walking!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were you thinking at that moment?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was thinking 'this is a terrible morning!'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But you made it to school!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When I finally arrived, the teacher had already started. Perfect timing.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At B1 level, combine tenses naturally! 'I was sleeping WHEN my phone rang.' 'She had just arrived WHEN the storm started.' This is what makes you sound truly intermediate!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62 · ӨДӨР 62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Past Simple vs Past Continuous. I'll describe a situation — you complete it! 'I was cooking dinner...'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...when the fire alarm went off!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Perfect! 'While Sarnai was painting...'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...her phone rang and she knocked the paint over!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Now Bat — tell us about something unexpected that happened to you.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I was walking home while listening to music. I wasn't paying attention and I walked straight into a lamppost! While I was standing there embarrassed, three people saw me and laughed.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Ha! Were you hurt?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my pride! When I got home, I told my sister and she laughed even louder than the strangers.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Bat doing when the incident happened?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running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listening to music and walking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cycling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 as a result?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he fell down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he walked into a lamppost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he dropped his phone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did it happen?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road was wet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it was dark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he wasn't paying attention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were three people doing?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helping him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laughing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taking photos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Bat hurt?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yes, badly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yes, a little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no, just his pride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did Bat tell when he got home?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his mother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his friend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his sister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did his sister react?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worried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laughed louder than the strangers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didn't care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was walking WHEN I walked into the lamppost.' — 'was walking' is which tense?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Past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Past Continuous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Present Continuous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'While I was walking' shows...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completed 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 background continuous 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future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+ Past Simple = 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interrupted action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background 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interrupted action OR sequence of events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Past Simple or Past Continuous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studying when she called. (was)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The storm started while we _____ hiking. (were)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When she _____, I left. (arrived — PS)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He _____ while he was running. (tripped — PS)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While she _____ cooking, he watched TV. (was)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What _____ you doing when it happened? (were)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while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нэг нь нөгөөг таслах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when (interrupted)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дараалсан хоёр үйлдэл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when (sequence)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яг тэр мөчид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зэрэг явагдаж байсан хоёр үйлдэл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at that moment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тэр мөчид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about an unexpected event that happened to you recently using Past Simple and Past Continuous.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5 'interrupted' sentences: 'I was... when suddenly...'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Tell the class about a funny or scary moment when something interrupted what you were doing.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PC + when + PS = interrupted · PS + while + PC = same meaning · when + PS + PS = sequence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1-was · 2-were · 3-arrived · 4-tripped · 5-was · 6-were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 · 2-A · 3-B · 4-C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3-c · 4-b · 5-c
6-c · 7-b · 8-b · 9-b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62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таслалтын үг · 20 interruption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Past Simple vs Past Continuous — when/while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Батын зөнгийн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PS vs PC-ийн ялгааг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63: Life Changes — Present Perfect Continuous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2026-04-08T14:16:39Z</dcterms:created>
  <dcterms:modified xsi:type="dcterms:W3CDTF">2026-04-08T14:16:39Z</dcterms:modified>
</cp:coreProperties>
</file>